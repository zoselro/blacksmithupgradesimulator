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64" r:id="rId4"/>
    <p:sldId id="266" r:id="rId5"/>
    <p:sldId id="262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BC0B8-F63D-48FA-88EF-BFB65A8A9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F00319-C149-4A39-B521-0F65B6F21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121A53-ABB5-41EC-BBA4-61109991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5F0FD-E217-4AA0-8B93-0076E49A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6993C4-1BD2-4784-8FEE-62A4DD92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66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24E03-2755-4B42-8F43-A6D4399A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191FC9-00FE-49FF-B0DD-32563BB76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F41005-EC63-4D3A-9A18-371713EA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44BA22-15AE-40B9-86E0-198DC703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1CAA3-B192-46A2-A5AF-66F36B27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85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59246-9B70-4AAB-9D28-18087014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076BED-BA00-448A-B23C-45870DBB2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F42DC-8786-413F-BC1A-55374C4F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8D4DC-F21D-4448-84DC-1C4B214D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AD212-2361-4E2A-AB08-80D3FFF69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03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07AB8-5870-42C5-B51F-3B69FBE1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F4ADF-E08D-45DA-A10F-9BFD27DEC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2151B9-F88B-4640-8FA0-3ACFB6C5E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D382D7-FFC9-48D2-A295-166A6AA9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FC3FDE-509D-45B2-8A6D-97D9A226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F6BCE-1ED3-4F12-9B0B-9AAF0BDA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9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C9DBD-B962-4639-8918-CBA477D5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C318C8-181A-4E81-A5DE-E1E55C483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C733DB-455D-46AF-92B1-8DF68A73F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AF0D03-6840-4508-A287-2A3F2AB72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676712-8DCB-456B-9ADF-D96A40A61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4769FD-1CC3-4182-B806-C4C1D43E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A99A7F-4C3E-4385-9DEA-850CF546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ADD93A-FBEC-4E4C-907D-B5402CFC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74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ED56C-FAA1-43E0-8217-1954B89D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099106-498D-4608-99B6-FBA1DE78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0BD608-A456-490A-B0E4-149CDFFA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A2DEA2-C237-4C5F-A371-3D488B9D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5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674D9B-811F-4895-B035-3545FE6A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C3E209-60B4-4718-97E0-A65573F7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8130F-9B9B-4191-A463-9AB7545D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9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9AB73-BA05-4E6C-879F-D798BA63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6E361-54C3-475B-AF3B-6A1C8942C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AEEABC-041F-46FA-A710-93BE9BAE9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381D6-01E9-44AE-AC27-BD266C2E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DBD665-881A-44ED-BC0C-45A7109A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25E021-83FD-4707-BFE8-63DF252C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9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F035E-59BB-4FFF-BB7C-B368BEA3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0D11A4-7C39-4333-94DC-504C50398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BEDAFC-039C-4D0B-BB84-8A1E8546A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A46733-9043-4650-B5A0-BF258070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8C42E1-9306-4502-A07B-163CE49B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106D4-B091-4832-9D34-7A8813BD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9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31322-71E3-4D86-A221-F5F37910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627F3D-FA27-4D44-9142-C5964EEFB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2AC89-89A2-46BF-993A-F8C8F35E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6D3AF-7618-4A0F-A541-DAF4A4E4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E1EB78-AAA0-4B70-BA7D-851BCF99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81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8A3D93-84AB-4025-85B9-EDB3FC15C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1B4515-8D0C-4972-84E4-2CC0B2AF6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B3253-7B39-419A-9BFF-B8EBEDC9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FCFF0-4AF4-4C96-92B7-B93D34AE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FE7E25-F1EE-440D-B29E-4D54A615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53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C89A72-F1F0-4992-A464-0D0BD876C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070837-5AE3-4929-B1E5-F62470C0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45C32-5A77-4E30-84AA-2B07333EE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AF3B4-24BD-491C-AC9D-EFF6E0D0DD8F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4C405-CF7C-4984-A896-C9023C515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BEA89-32F6-425B-B8AC-61A9E3F74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49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5D3275E-AABC-4C9E-887B-4A09660DDDB6}"/>
              </a:ext>
            </a:extLst>
          </p:cNvPr>
          <p:cNvSpPr/>
          <p:nvPr/>
        </p:nvSpPr>
        <p:spPr>
          <a:xfrm>
            <a:off x="-167780" y="5545123"/>
            <a:ext cx="12566708" cy="1409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B2AE7C6-94A8-4414-A911-F9B52DF446F9}"/>
              </a:ext>
            </a:extLst>
          </p:cNvPr>
          <p:cNvSpPr/>
          <p:nvPr/>
        </p:nvSpPr>
        <p:spPr>
          <a:xfrm>
            <a:off x="3481431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명성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999BE1A-7094-4EE5-B72B-1066F5D970B1}"/>
              </a:ext>
            </a:extLst>
          </p:cNvPr>
          <p:cNvSpPr/>
          <p:nvPr/>
        </p:nvSpPr>
        <p:spPr>
          <a:xfrm>
            <a:off x="6720980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돈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5D6508B-76A2-48F0-9025-A9FEC1EE827B}"/>
              </a:ext>
            </a:extLst>
          </p:cNvPr>
          <p:cNvSpPr/>
          <p:nvPr/>
        </p:nvSpPr>
        <p:spPr>
          <a:xfrm>
            <a:off x="2919369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830AD49-81EF-4A88-B774-6751BBD18C16}"/>
              </a:ext>
            </a:extLst>
          </p:cNvPr>
          <p:cNvSpPr/>
          <p:nvPr/>
        </p:nvSpPr>
        <p:spPr>
          <a:xfrm>
            <a:off x="6217641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8D948E-21F4-41AF-A696-30B9C5B79250}"/>
              </a:ext>
            </a:extLst>
          </p:cNvPr>
          <p:cNvSpPr txBox="1"/>
          <p:nvPr/>
        </p:nvSpPr>
        <p:spPr>
          <a:xfrm>
            <a:off x="318782" y="180351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메인화면</a:t>
            </a:r>
            <a:r>
              <a:rPr lang="en-US" altLang="ko-KR" dirty="0"/>
              <a:t>(</a:t>
            </a:r>
            <a:r>
              <a:rPr lang="ko-KR" altLang="en-US" dirty="0"/>
              <a:t>카운터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178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77E0F1-CF53-4256-97F5-EC3F4CB80822}"/>
              </a:ext>
            </a:extLst>
          </p:cNvPr>
          <p:cNvSpPr/>
          <p:nvPr/>
        </p:nvSpPr>
        <p:spPr>
          <a:xfrm>
            <a:off x="1426127" y="1208015"/>
            <a:ext cx="2835479" cy="456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npc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D3275E-AABC-4C9E-887B-4A09660DDDB6}"/>
              </a:ext>
            </a:extLst>
          </p:cNvPr>
          <p:cNvSpPr/>
          <p:nvPr/>
        </p:nvSpPr>
        <p:spPr>
          <a:xfrm>
            <a:off x="-167780" y="5545123"/>
            <a:ext cx="12566708" cy="1409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D6C12AF3-0FDE-46D8-B661-27C49539B5F2}"/>
              </a:ext>
            </a:extLst>
          </p:cNvPr>
          <p:cNvSpPr/>
          <p:nvPr/>
        </p:nvSpPr>
        <p:spPr>
          <a:xfrm>
            <a:off x="5855513" y="1342239"/>
            <a:ext cx="4597167" cy="1895912"/>
          </a:xfrm>
          <a:prstGeom prst="wedgeEllipseCallout">
            <a:avLst>
              <a:gd name="adj1" fmla="val -51307"/>
              <a:gd name="adj2" fmla="val 448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 검 강화해주세요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B2AE7C6-94A8-4414-A911-F9B52DF446F9}"/>
              </a:ext>
            </a:extLst>
          </p:cNvPr>
          <p:cNvSpPr/>
          <p:nvPr/>
        </p:nvSpPr>
        <p:spPr>
          <a:xfrm>
            <a:off x="3481431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명성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999BE1A-7094-4EE5-B72B-1066F5D970B1}"/>
              </a:ext>
            </a:extLst>
          </p:cNvPr>
          <p:cNvSpPr/>
          <p:nvPr/>
        </p:nvSpPr>
        <p:spPr>
          <a:xfrm>
            <a:off x="6720980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돈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5D6508B-76A2-48F0-9025-A9FEC1EE827B}"/>
              </a:ext>
            </a:extLst>
          </p:cNvPr>
          <p:cNvSpPr/>
          <p:nvPr/>
        </p:nvSpPr>
        <p:spPr>
          <a:xfrm>
            <a:off x="2919369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830AD49-81EF-4A88-B774-6751BBD18C16}"/>
              </a:ext>
            </a:extLst>
          </p:cNvPr>
          <p:cNvSpPr/>
          <p:nvPr/>
        </p:nvSpPr>
        <p:spPr>
          <a:xfrm>
            <a:off x="6217641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FA0DA3-9046-4FC7-B6C0-5C033E20CFB5}"/>
              </a:ext>
            </a:extLst>
          </p:cNvPr>
          <p:cNvSpPr/>
          <p:nvPr/>
        </p:nvSpPr>
        <p:spPr>
          <a:xfrm>
            <a:off x="7256477" y="3489820"/>
            <a:ext cx="1702965" cy="3735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CB0442-09C8-4EC9-9DEC-C6E213ECD06D}"/>
              </a:ext>
            </a:extLst>
          </p:cNvPr>
          <p:cNvSpPr txBox="1"/>
          <p:nvPr/>
        </p:nvSpPr>
        <p:spPr>
          <a:xfrm>
            <a:off x="318782" y="180351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메인화면</a:t>
            </a:r>
            <a:r>
              <a:rPr lang="en-US" altLang="ko-KR" dirty="0"/>
              <a:t>(</a:t>
            </a:r>
            <a:r>
              <a:rPr lang="ko-KR" altLang="en-US" dirty="0"/>
              <a:t>카운터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843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74BAFDD-310B-4C08-98F0-1BBEEB3E357A}"/>
              </a:ext>
            </a:extLst>
          </p:cNvPr>
          <p:cNvSpPr/>
          <p:nvPr/>
        </p:nvSpPr>
        <p:spPr>
          <a:xfrm>
            <a:off x="3481431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명성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ED39B8-AD02-4D69-A2A9-598408D2378F}"/>
              </a:ext>
            </a:extLst>
          </p:cNvPr>
          <p:cNvSpPr/>
          <p:nvPr/>
        </p:nvSpPr>
        <p:spPr>
          <a:xfrm>
            <a:off x="6720980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돈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B2DB210-8897-447E-8182-44600C2D12F7}"/>
              </a:ext>
            </a:extLst>
          </p:cNvPr>
          <p:cNvSpPr/>
          <p:nvPr/>
        </p:nvSpPr>
        <p:spPr>
          <a:xfrm>
            <a:off x="2919369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885C9DC-AFBF-4312-998E-87B7BE3AB847}"/>
              </a:ext>
            </a:extLst>
          </p:cNvPr>
          <p:cNvSpPr/>
          <p:nvPr/>
        </p:nvSpPr>
        <p:spPr>
          <a:xfrm>
            <a:off x="6217641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0CF659-8B00-4447-B3F4-9FAF41149790}"/>
              </a:ext>
            </a:extLst>
          </p:cNvPr>
          <p:cNvSpPr/>
          <p:nvPr/>
        </p:nvSpPr>
        <p:spPr>
          <a:xfrm>
            <a:off x="6096000" y="2835479"/>
            <a:ext cx="1688983" cy="2617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주인공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06EEBF-0BC0-48ED-AF58-5C855A15314A}"/>
              </a:ext>
            </a:extLst>
          </p:cNvPr>
          <p:cNvSpPr/>
          <p:nvPr/>
        </p:nvSpPr>
        <p:spPr>
          <a:xfrm>
            <a:off x="4813882" y="4412405"/>
            <a:ext cx="1806429" cy="1862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모루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CDE11-7A24-449C-8BF8-F90388816523}"/>
              </a:ext>
            </a:extLst>
          </p:cNvPr>
          <p:cNvSpPr txBox="1"/>
          <p:nvPr/>
        </p:nvSpPr>
        <p:spPr>
          <a:xfrm>
            <a:off x="318782" y="1803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작업실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CEC7A3-703A-48EC-BBF4-543DA134F2CC}"/>
              </a:ext>
            </a:extLst>
          </p:cNvPr>
          <p:cNvSpPr txBox="1"/>
          <p:nvPr/>
        </p:nvSpPr>
        <p:spPr>
          <a:xfrm>
            <a:off x="5495965" y="71945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확률</a:t>
            </a:r>
            <a:r>
              <a:rPr lang="en-US" altLang="ko-KR" dirty="0"/>
              <a:t>: 00%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F2285E7-CDC6-432E-A2D6-10ADDDE7FE8B}"/>
              </a:ext>
            </a:extLst>
          </p:cNvPr>
          <p:cNvSpPr/>
          <p:nvPr/>
        </p:nvSpPr>
        <p:spPr>
          <a:xfrm>
            <a:off x="5273878" y="1112637"/>
            <a:ext cx="1644243" cy="3103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확률 올리기</a:t>
            </a:r>
          </a:p>
        </p:txBody>
      </p:sp>
    </p:spTree>
    <p:extLst>
      <p:ext uri="{BB962C8B-B14F-4D97-AF65-F5344CB8AC3E}">
        <p14:creationId xmlns:p14="http://schemas.microsoft.com/office/powerpoint/2010/main" val="148174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74BAFDD-310B-4C08-98F0-1BBEEB3E357A}"/>
              </a:ext>
            </a:extLst>
          </p:cNvPr>
          <p:cNvSpPr/>
          <p:nvPr/>
        </p:nvSpPr>
        <p:spPr>
          <a:xfrm>
            <a:off x="3481431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명성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ED39B8-AD02-4D69-A2A9-598408D2378F}"/>
              </a:ext>
            </a:extLst>
          </p:cNvPr>
          <p:cNvSpPr/>
          <p:nvPr/>
        </p:nvSpPr>
        <p:spPr>
          <a:xfrm>
            <a:off x="6720980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돈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B2DB210-8897-447E-8182-44600C2D12F7}"/>
              </a:ext>
            </a:extLst>
          </p:cNvPr>
          <p:cNvSpPr/>
          <p:nvPr/>
        </p:nvSpPr>
        <p:spPr>
          <a:xfrm>
            <a:off x="2919369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885C9DC-AFBF-4312-998E-87B7BE3AB847}"/>
              </a:ext>
            </a:extLst>
          </p:cNvPr>
          <p:cNvSpPr/>
          <p:nvPr/>
        </p:nvSpPr>
        <p:spPr>
          <a:xfrm>
            <a:off x="6217641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0CF659-8B00-4447-B3F4-9FAF41149790}"/>
              </a:ext>
            </a:extLst>
          </p:cNvPr>
          <p:cNvSpPr/>
          <p:nvPr/>
        </p:nvSpPr>
        <p:spPr>
          <a:xfrm>
            <a:off x="6096000" y="2835479"/>
            <a:ext cx="1688983" cy="2617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06EEBF-0BC0-48ED-AF58-5C855A15314A}"/>
              </a:ext>
            </a:extLst>
          </p:cNvPr>
          <p:cNvSpPr/>
          <p:nvPr/>
        </p:nvSpPr>
        <p:spPr>
          <a:xfrm>
            <a:off x="4813882" y="4412405"/>
            <a:ext cx="1806429" cy="1862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E967AD-71C8-4672-89E5-3A8B07BA8F5E}"/>
              </a:ext>
            </a:extLst>
          </p:cNvPr>
          <p:cNvSpPr txBox="1"/>
          <p:nvPr/>
        </p:nvSpPr>
        <p:spPr>
          <a:xfrm>
            <a:off x="5481505" y="4038888"/>
            <a:ext cx="19923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성공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7FC82CB-1E2A-42E4-8ABE-C176EEFD1BBB}"/>
              </a:ext>
            </a:extLst>
          </p:cNvPr>
          <p:cNvSpPr/>
          <p:nvPr/>
        </p:nvSpPr>
        <p:spPr>
          <a:xfrm>
            <a:off x="5050172" y="1992589"/>
            <a:ext cx="2248250" cy="204773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강화 후 무기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A03AC-C5E1-4213-BDB7-A1FE2BFF1CA6}"/>
              </a:ext>
            </a:extLst>
          </p:cNvPr>
          <p:cNvSpPr txBox="1"/>
          <p:nvPr/>
        </p:nvSpPr>
        <p:spPr>
          <a:xfrm>
            <a:off x="318782" y="1803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작업실</a:t>
            </a:r>
          </a:p>
        </p:txBody>
      </p:sp>
    </p:spTree>
    <p:extLst>
      <p:ext uri="{BB962C8B-B14F-4D97-AF65-F5344CB8AC3E}">
        <p14:creationId xmlns:p14="http://schemas.microsoft.com/office/powerpoint/2010/main" val="66233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77E0F1-CF53-4256-97F5-EC3F4CB80822}"/>
              </a:ext>
            </a:extLst>
          </p:cNvPr>
          <p:cNvSpPr/>
          <p:nvPr/>
        </p:nvSpPr>
        <p:spPr>
          <a:xfrm>
            <a:off x="1426127" y="1208015"/>
            <a:ext cx="2835479" cy="456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npc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D3275E-AABC-4C9E-887B-4A09660DDDB6}"/>
              </a:ext>
            </a:extLst>
          </p:cNvPr>
          <p:cNvSpPr/>
          <p:nvPr/>
        </p:nvSpPr>
        <p:spPr>
          <a:xfrm>
            <a:off x="-167780" y="5545123"/>
            <a:ext cx="12566708" cy="1409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746632-2503-4A2E-9AC1-CD165A98B190}"/>
              </a:ext>
            </a:extLst>
          </p:cNvPr>
          <p:cNvSpPr/>
          <p:nvPr/>
        </p:nvSpPr>
        <p:spPr>
          <a:xfrm>
            <a:off x="3481431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명성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FE9B39-6AAC-4519-B0C3-EAD0A9687563}"/>
              </a:ext>
            </a:extLst>
          </p:cNvPr>
          <p:cNvSpPr/>
          <p:nvPr/>
        </p:nvSpPr>
        <p:spPr>
          <a:xfrm>
            <a:off x="6720980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돈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2F39FD0-E062-410B-8518-15BFF3C8014C}"/>
              </a:ext>
            </a:extLst>
          </p:cNvPr>
          <p:cNvSpPr/>
          <p:nvPr/>
        </p:nvSpPr>
        <p:spPr>
          <a:xfrm>
            <a:off x="2919369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07974E9-9B88-4592-B163-DC9196273E97}"/>
              </a:ext>
            </a:extLst>
          </p:cNvPr>
          <p:cNvSpPr/>
          <p:nvPr/>
        </p:nvSpPr>
        <p:spPr>
          <a:xfrm>
            <a:off x="6217641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말풍선: 타원형 12">
            <a:extLst>
              <a:ext uri="{FF2B5EF4-FFF2-40B4-BE49-F238E27FC236}">
                <a16:creationId xmlns:a16="http://schemas.microsoft.com/office/drawing/2014/main" id="{AB5573D7-5D55-4626-A874-418E2ED341FF}"/>
              </a:ext>
            </a:extLst>
          </p:cNvPr>
          <p:cNvSpPr/>
          <p:nvPr/>
        </p:nvSpPr>
        <p:spPr>
          <a:xfrm>
            <a:off x="5855513" y="1342239"/>
            <a:ext cx="4597167" cy="1895912"/>
          </a:xfrm>
          <a:prstGeom prst="wedgeEllipseCallout">
            <a:avLst>
              <a:gd name="adj1" fmla="val -51307"/>
              <a:gd name="adj2" fmla="val 448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고마워요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5E93D-330D-4D6B-BB6B-3CA503878182}"/>
              </a:ext>
            </a:extLst>
          </p:cNvPr>
          <p:cNvSpPr txBox="1"/>
          <p:nvPr/>
        </p:nvSpPr>
        <p:spPr>
          <a:xfrm>
            <a:off x="318782" y="180351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메인화면</a:t>
            </a:r>
            <a:r>
              <a:rPr lang="en-US" altLang="ko-KR" dirty="0"/>
              <a:t>(</a:t>
            </a:r>
            <a:r>
              <a:rPr lang="ko-KR" altLang="en-US" dirty="0"/>
              <a:t>카운터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6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5D3275E-AABC-4C9E-887B-4A09660DDDB6}"/>
              </a:ext>
            </a:extLst>
          </p:cNvPr>
          <p:cNvSpPr/>
          <p:nvPr/>
        </p:nvSpPr>
        <p:spPr>
          <a:xfrm>
            <a:off x="-167780" y="5545123"/>
            <a:ext cx="12566708" cy="1409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20DFA8-017C-4635-981A-FAECE9DD62D0}"/>
              </a:ext>
            </a:extLst>
          </p:cNvPr>
          <p:cNvSpPr/>
          <p:nvPr/>
        </p:nvSpPr>
        <p:spPr>
          <a:xfrm>
            <a:off x="3724711" y="830508"/>
            <a:ext cx="4387443" cy="536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정산창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A76489-DF1B-416A-8A56-EAA2B900BC76}"/>
              </a:ext>
            </a:extLst>
          </p:cNvPr>
          <p:cNvSpPr/>
          <p:nvPr/>
        </p:nvSpPr>
        <p:spPr>
          <a:xfrm>
            <a:off x="5226340" y="5591261"/>
            <a:ext cx="1384184" cy="3775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693F77-FED2-45F4-ADB7-C30F26116A5C}"/>
              </a:ext>
            </a:extLst>
          </p:cNvPr>
          <p:cNvSpPr/>
          <p:nvPr/>
        </p:nvSpPr>
        <p:spPr>
          <a:xfrm>
            <a:off x="3481431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명성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BC7EEA-6C88-4720-971A-D69564B492F9}"/>
              </a:ext>
            </a:extLst>
          </p:cNvPr>
          <p:cNvSpPr/>
          <p:nvPr/>
        </p:nvSpPr>
        <p:spPr>
          <a:xfrm>
            <a:off x="6720980" y="176169"/>
            <a:ext cx="2375482" cy="3735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돈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5E5D6C0-8C02-4F96-BEDE-24B9A515B80D}"/>
              </a:ext>
            </a:extLst>
          </p:cNvPr>
          <p:cNvSpPr/>
          <p:nvPr/>
        </p:nvSpPr>
        <p:spPr>
          <a:xfrm>
            <a:off x="2919369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19474D9-AC56-41E6-9920-D77CC08A5C06}"/>
              </a:ext>
            </a:extLst>
          </p:cNvPr>
          <p:cNvSpPr/>
          <p:nvPr/>
        </p:nvSpPr>
        <p:spPr>
          <a:xfrm>
            <a:off x="6217641" y="176169"/>
            <a:ext cx="402671" cy="3735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83069-B6B0-4F5F-9D28-6C5EAED66412}"/>
              </a:ext>
            </a:extLst>
          </p:cNvPr>
          <p:cNvSpPr txBox="1"/>
          <p:nvPr/>
        </p:nvSpPr>
        <p:spPr>
          <a:xfrm>
            <a:off x="318782" y="180351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메인화면</a:t>
            </a:r>
            <a:r>
              <a:rPr lang="en-US" altLang="ko-KR" dirty="0"/>
              <a:t>(</a:t>
            </a:r>
            <a:r>
              <a:rPr lang="ko-KR" altLang="en-US" dirty="0"/>
              <a:t>카운터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86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53</Words>
  <Application>Microsoft Office PowerPoint</Application>
  <PresentationFormat>와이드스크린</PresentationFormat>
  <Paragraphs>31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D08</dc:creator>
  <cp:lastModifiedBy>D08</cp:lastModifiedBy>
  <cp:revision>4</cp:revision>
  <dcterms:created xsi:type="dcterms:W3CDTF">2026-01-19T06:30:10Z</dcterms:created>
  <dcterms:modified xsi:type="dcterms:W3CDTF">2026-01-19T06:54:39Z</dcterms:modified>
</cp:coreProperties>
</file>