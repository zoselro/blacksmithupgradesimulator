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62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75DD1-9ECF-4B46-BE35-F2E1C0DF4CE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BB7EE-E609-4835-B362-6B0F88E87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262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처음 게임 시작했을 때 </a:t>
            </a:r>
            <a:r>
              <a:rPr lang="ko-KR" altLang="en-US" dirty="0" err="1" smtClean="0"/>
              <a:t>씬에서</a:t>
            </a:r>
            <a:r>
              <a:rPr lang="ko-KR" altLang="en-US" dirty="0" smtClean="0"/>
              <a:t> 스크립트 나오게 구현 버튼을 누르면 내용이 넘어감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하지만 스크립트 및 </a:t>
            </a:r>
            <a:r>
              <a:rPr lang="en-US" altLang="ko-KR" dirty="0" smtClean="0"/>
              <a:t>UI/UX</a:t>
            </a:r>
            <a:r>
              <a:rPr lang="ko-KR" altLang="en-US" dirty="0" smtClean="0"/>
              <a:t>가 아직 정리가 되지 않아서 기능적으로만 완벽하진 않지만 구현</a:t>
            </a:r>
          </a:p>
          <a:p>
            <a:r>
              <a:rPr lang="en-US" altLang="ko-KR" dirty="0" smtClean="0"/>
              <a:t>-&gt; </a:t>
            </a:r>
            <a:r>
              <a:rPr lang="en-US" altLang="ko-KR" dirty="0" err="1" smtClean="0"/>
              <a:t>StartScript</a:t>
            </a:r>
            <a:r>
              <a:rPr lang="ko-KR" altLang="en-US" dirty="0" smtClean="0"/>
              <a:t>라는 </a:t>
            </a:r>
            <a:r>
              <a:rPr lang="en-US" altLang="ko-KR" dirty="0" err="1" smtClean="0"/>
              <a:t>Json</a:t>
            </a:r>
            <a:r>
              <a:rPr lang="ko-KR" altLang="en-US" dirty="0" smtClean="0"/>
              <a:t>파일을 만들어서 큐에 넣고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내보낼 때 </a:t>
            </a:r>
            <a:r>
              <a:rPr lang="en-US" altLang="ko-KR" dirty="0" err="1" smtClean="0"/>
              <a:t>Dequeue</a:t>
            </a:r>
            <a:r>
              <a:rPr lang="ko-KR" altLang="en-US" dirty="0" smtClean="0"/>
              <a:t>를 통해 </a:t>
            </a:r>
            <a:r>
              <a:rPr lang="ko-KR" altLang="en-US" dirty="0" err="1" smtClean="0"/>
              <a:t>보여지게끔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만듬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BB7EE-E609-4835-B362-6B0F88E8777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315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손님 </a:t>
            </a:r>
            <a:r>
              <a:rPr lang="en-US" altLang="ko-KR" dirty="0" smtClean="0"/>
              <a:t>NPC </a:t>
            </a:r>
            <a:r>
              <a:rPr lang="ko-KR" altLang="en-US" dirty="0" smtClean="0"/>
              <a:t>등장 해당부분에서는 </a:t>
            </a:r>
            <a:r>
              <a:rPr lang="en-US" altLang="ko-KR" dirty="0" err="1" smtClean="0"/>
              <a:t>Json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파일을 만들었고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Json</a:t>
            </a:r>
            <a:r>
              <a:rPr lang="ko-KR" altLang="en-US" dirty="0" smtClean="0"/>
              <a:t>안에 있는 </a:t>
            </a:r>
            <a:r>
              <a:rPr lang="en-US" altLang="ko-KR" dirty="0" err="1" smtClean="0"/>
              <a:t>eventId</a:t>
            </a:r>
            <a:r>
              <a:rPr lang="ko-KR" altLang="en-US" dirty="0" smtClean="0"/>
              <a:t>를 통해 캐릭터 이름 캐릭터의 이미지와 내용을 로드 하는걸 목표로 만들었음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이것도 스크립트 및 </a:t>
            </a:r>
            <a:r>
              <a:rPr lang="en-US" altLang="ko-KR" dirty="0" smtClean="0"/>
              <a:t>UI/UX</a:t>
            </a:r>
            <a:r>
              <a:rPr lang="ko-KR" altLang="en-US" dirty="0" smtClean="0"/>
              <a:t>가 아직 정리가 되지 않아서 손님 </a:t>
            </a:r>
            <a:r>
              <a:rPr lang="en-US" altLang="ko-KR" dirty="0" smtClean="0"/>
              <a:t>NPC </a:t>
            </a:r>
            <a:r>
              <a:rPr lang="ko-KR" altLang="en-US" dirty="0" smtClean="0"/>
              <a:t>등장하는 부분은 구현을 못했고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</a:t>
            </a:r>
            <a:r>
              <a:rPr lang="en-US" altLang="ko-KR" dirty="0" err="1" smtClean="0"/>
              <a:t>GameScene</a:t>
            </a:r>
            <a:r>
              <a:rPr lang="ko-KR" altLang="en-US" dirty="0" smtClean="0"/>
              <a:t>으로 가게 됐을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대사 한번 하고 다음버튼을 누르면 상단에 강화 확률이 표기와 함께 예</a:t>
            </a:r>
            <a:r>
              <a:rPr lang="en-US" altLang="ko-KR" dirty="0" smtClean="0"/>
              <a:t>,</a:t>
            </a:r>
            <a:r>
              <a:rPr lang="ko-KR" altLang="en-US" dirty="0" smtClean="0"/>
              <a:t>아니오 버튼이 활성화가 되고 아니오 버튼을 누르면 다시 </a:t>
            </a:r>
            <a:r>
              <a:rPr lang="en-US" altLang="ko-KR" dirty="0" err="1" smtClean="0"/>
              <a:t>GameScene</a:t>
            </a:r>
            <a:r>
              <a:rPr lang="ko-KR" altLang="en-US" dirty="0" smtClean="0"/>
              <a:t>으로 </a:t>
            </a:r>
            <a:r>
              <a:rPr lang="ko-KR" altLang="en-US" dirty="0" err="1" smtClean="0"/>
              <a:t>전환이되고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확률이 바뀌는 형태 예 버튼을 누르면 강화 할 수 있는 </a:t>
            </a:r>
            <a:r>
              <a:rPr lang="en-US" altLang="ko-KR" dirty="0" smtClean="0"/>
              <a:t>Scene</a:t>
            </a:r>
            <a:r>
              <a:rPr lang="ko-KR" altLang="en-US" dirty="0" smtClean="0"/>
              <a:t>으로 전환이 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BB7EE-E609-4835-B362-6B0F88E8777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8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-&gt; </a:t>
            </a:r>
            <a:r>
              <a:rPr lang="ko-KR" altLang="en-US" dirty="0" err="1" smtClean="0"/>
              <a:t>장비강화</a:t>
            </a:r>
            <a:r>
              <a:rPr lang="ko-KR" altLang="en-US" dirty="0" smtClean="0"/>
              <a:t> 진행되기 전 성공 확률이 </a:t>
            </a:r>
            <a:r>
              <a:rPr lang="en-US" altLang="ko-KR" dirty="0" smtClean="0"/>
              <a:t>5~40%, 50%, 50%~90% </a:t>
            </a:r>
            <a:r>
              <a:rPr lang="ko-KR" altLang="en-US" dirty="0" smtClean="0"/>
              <a:t>확률의 세 가지 옵션 중 하나를 랜덤으로 돌리는 기능을 구현했음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장비 강화 기능은 성공 확률과 대성공 확률 그리고 실패에 따라 얻게 되는 명성과 골드를</a:t>
            </a:r>
          </a:p>
          <a:p>
            <a:r>
              <a:rPr lang="ko-KR" altLang="en-US" dirty="0" smtClean="0"/>
              <a:t>구현하려고 </a:t>
            </a:r>
            <a:r>
              <a:rPr lang="ko-KR" altLang="en-US" dirty="0" err="1" smtClean="0"/>
              <a:t>하고있음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하지만 아직까지는 대성공</a:t>
            </a:r>
            <a:r>
              <a:rPr lang="en-US" altLang="ko-KR" dirty="0" smtClean="0"/>
              <a:t>,</a:t>
            </a:r>
            <a:r>
              <a:rPr lang="ko-KR" altLang="en-US" dirty="0" smtClean="0"/>
              <a:t>성공</a:t>
            </a:r>
            <a:r>
              <a:rPr lang="en-US" altLang="ko-KR" dirty="0" smtClean="0"/>
              <a:t>,</a:t>
            </a:r>
            <a:r>
              <a:rPr lang="ko-KR" altLang="en-US" dirty="0" smtClean="0"/>
              <a:t>실패만 되는 기능만 만들었고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플레이어가 플레이를 할 때 명성과 골드를 얻는 기능까지 구현하는게 목표임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BB7EE-E609-4835-B362-6B0F88E8777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690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하급 중급 고급 모험가에 따른 대성공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성공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실패시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얻게되는</a:t>
            </a:r>
            <a:r>
              <a:rPr lang="ko-KR" altLang="en-US" dirty="0" smtClean="0"/>
              <a:t> 명성 테이블을 </a:t>
            </a:r>
            <a:r>
              <a:rPr lang="en-US" altLang="ko-KR" dirty="0" smtClean="0"/>
              <a:t>csv</a:t>
            </a:r>
            <a:r>
              <a:rPr lang="ko-KR" altLang="en-US" dirty="0" smtClean="0"/>
              <a:t>로 정리를 하였고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하급</a:t>
            </a:r>
            <a:r>
              <a:rPr lang="en-US" altLang="ko-KR" dirty="0" smtClean="0"/>
              <a:t>,</a:t>
            </a:r>
            <a:r>
              <a:rPr lang="ko-KR" altLang="en-US" dirty="0" smtClean="0"/>
              <a:t>중급</a:t>
            </a:r>
            <a:r>
              <a:rPr lang="en-US" altLang="ko-KR" dirty="0" smtClean="0"/>
              <a:t>,</a:t>
            </a:r>
            <a:r>
              <a:rPr lang="ko-KR" altLang="en-US" dirty="0" smtClean="0"/>
              <a:t>고급 모험가를 키로 받아서 성공 또는 대성공 또는 실패 시 명성이 해당 수치만큼 감소 또는 증가</a:t>
            </a:r>
          </a:p>
          <a:p>
            <a:r>
              <a:rPr lang="ko-KR" altLang="en-US" dirty="0" smtClean="0"/>
              <a:t>하는 형태로 </a:t>
            </a:r>
            <a:r>
              <a:rPr lang="ko-KR" altLang="en-US" dirty="0" err="1" smtClean="0"/>
              <a:t>만드려고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로직을</a:t>
            </a:r>
            <a:r>
              <a:rPr lang="ko-KR" altLang="en-US" dirty="0" smtClean="0"/>
              <a:t> 구현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아직 기능은 </a:t>
            </a:r>
            <a:r>
              <a:rPr lang="ko-KR" altLang="en-US" dirty="0" err="1" smtClean="0"/>
              <a:t>미구현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BB7EE-E609-4835-B362-6B0F88E8777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25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이후 </a:t>
            </a:r>
            <a:r>
              <a:rPr lang="ko-KR" altLang="en-US" dirty="0" err="1" smtClean="0"/>
              <a:t>명성수치</a:t>
            </a:r>
            <a:r>
              <a:rPr lang="ko-KR" altLang="en-US" dirty="0" smtClean="0"/>
              <a:t> 증가 또는 감소 및 골드 증가를 실제로 반영할 예정</a:t>
            </a:r>
          </a:p>
          <a:p>
            <a:r>
              <a:rPr lang="ko-KR" altLang="en-US" dirty="0" smtClean="0"/>
              <a:t>그리고 첫 게임 </a:t>
            </a:r>
            <a:r>
              <a:rPr lang="ko-KR" altLang="en-US" dirty="0" err="1" smtClean="0"/>
              <a:t>씬에서</a:t>
            </a:r>
            <a:r>
              <a:rPr lang="ko-KR" altLang="en-US" dirty="0" smtClean="0"/>
              <a:t> 스크립트도 완성이 되는대로 넣을 것이고 </a:t>
            </a:r>
            <a:r>
              <a:rPr lang="en-US" altLang="ko-KR" dirty="0" err="1" smtClean="0"/>
              <a:t>Npc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등장 연출도 완성을 시킬 예정임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BB7EE-E609-4835-B362-6B0F88E8777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80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1. </a:t>
            </a:r>
            <a:r>
              <a:rPr dirty="0" err="1" smtClean="0"/>
              <a:t>게임</a:t>
            </a:r>
            <a:r>
              <a:rPr dirty="0" smtClean="0"/>
              <a:t> </a:t>
            </a:r>
            <a:r>
              <a:rPr dirty="0" err="1" smtClean="0"/>
              <a:t>시작</a:t>
            </a:r>
            <a:r>
              <a:rPr dirty="0" smtClean="0"/>
              <a:t> </a:t>
            </a:r>
            <a:r>
              <a:rPr dirty="0" err="1" smtClean="0"/>
              <a:t>연출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StartScript.json</a:t>
            </a:r>
            <a:r>
              <a:rPr dirty="0" smtClean="0"/>
              <a:t> </a:t>
            </a:r>
            <a:r>
              <a:rPr dirty="0" err="1"/>
              <a:t>사용</a:t>
            </a:r>
            <a:endParaRPr dirty="0"/>
          </a:p>
          <a:p>
            <a:r>
              <a:rPr dirty="0" err="1" smtClean="0"/>
              <a:t>Queue</a:t>
            </a:r>
            <a:r>
              <a:rPr dirty="0" err="1"/>
              <a:t>에</a:t>
            </a:r>
            <a:r>
              <a:rPr dirty="0"/>
              <a:t> </a:t>
            </a:r>
            <a:r>
              <a:rPr dirty="0" err="1"/>
              <a:t>대사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  <a:p>
            <a:r>
              <a:rPr lang="ko-KR" altLang="en-US" dirty="0" smtClean="0"/>
              <a:t>다음 </a:t>
            </a:r>
            <a:r>
              <a:rPr dirty="0" err="1" smtClean="0"/>
              <a:t>버튼</a:t>
            </a:r>
            <a:r>
              <a:rPr dirty="0" smtClean="0"/>
              <a:t> </a:t>
            </a:r>
            <a:r>
              <a:rPr dirty="0" err="1"/>
              <a:t>클릭</a:t>
            </a:r>
            <a:r>
              <a:rPr dirty="0"/>
              <a:t> 시 </a:t>
            </a:r>
            <a:r>
              <a:rPr dirty="0" err="1"/>
              <a:t>Dequeue로</a:t>
            </a:r>
            <a:r>
              <a:rPr dirty="0"/>
              <a:t> </a:t>
            </a:r>
            <a:r>
              <a:rPr dirty="0" err="1" smtClean="0"/>
              <a:t>출력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손님 NPC 이벤트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Json</a:t>
            </a:r>
            <a:r>
              <a:rPr dirty="0" smtClean="0"/>
              <a:t> </a:t>
            </a:r>
            <a:r>
              <a:rPr dirty="0" err="1" smtClean="0"/>
              <a:t>기반</a:t>
            </a:r>
            <a:r>
              <a:rPr dirty="0" smtClean="0"/>
              <a:t> </a:t>
            </a:r>
            <a:r>
              <a:rPr dirty="0" err="1" smtClean="0"/>
              <a:t>이벤트</a:t>
            </a:r>
            <a:r>
              <a:rPr dirty="0" smtClean="0"/>
              <a:t> </a:t>
            </a:r>
            <a:r>
              <a:rPr dirty="0" err="1" smtClean="0"/>
              <a:t>설계</a:t>
            </a:r>
            <a:endParaRPr dirty="0" smtClean="0"/>
          </a:p>
          <a:p>
            <a:r>
              <a:rPr dirty="0" err="1" smtClean="0"/>
              <a:t>eventId</a:t>
            </a:r>
            <a:r>
              <a:rPr dirty="0" err="1"/>
              <a:t>로</a:t>
            </a:r>
            <a:r>
              <a:rPr dirty="0"/>
              <a:t> </a:t>
            </a:r>
            <a:r>
              <a:rPr dirty="0" err="1"/>
              <a:t>캐릭터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로드</a:t>
            </a:r>
            <a:r>
              <a:rPr dirty="0"/>
              <a:t> </a:t>
            </a:r>
            <a:r>
              <a:rPr dirty="0" err="1"/>
              <a:t>목표</a:t>
            </a:r>
            <a:endParaRPr dirty="0"/>
          </a:p>
          <a:p>
            <a:r>
              <a:rPr dirty="0" err="1" smtClean="0"/>
              <a:t>현재</a:t>
            </a:r>
            <a:r>
              <a:rPr dirty="0" smtClean="0"/>
              <a:t> </a:t>
            </a:r>
            <a:r>
              <a:rPr dirty="0" err="1"/>
              <a:t>GameScene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 smtClean="0"/>
              <a:t>구현</a:t>
            </a:r>
            <a:endParaRPr lang="en-US" dirty="0" smtClean="0"/>
          </a:p>
          <a:p>
            <a:r>
              <a:rPr lang="ko-KR" altLang="en-US" dirty="0" smtClean="0"/>
              <a:t>대사 </a:t>
            </a:r>
            <a:r>
              <a:rPr lang="ko-KR" altLang="en-US" dirty="0"/>
              <a:t>후 강화 확률 표시</a:t>
            </a:r>
          </a:p>
          <a:p>
            <a:r>
              <a:rPr lang="ko-KR" altLang="en-US" dirty="0" smtClean="0"/>
              <a:t>예 </a:t>
            </a:r>
            <a:r>
              <a:rPr lang="en-US" altLang="ko-KR" dirty="0"/>
              <a:t>/ </a:t>
            </a:r>
            <a:r>
              <a:rPr lang="ko-KR" altLang="en-US" dirty="0"/>
              <a:t>아니오 버튼 활성화</a:t>
            </a:r>
          </a:p>
          <a:p>
            <a:r>
              <a:rPr lang="ko-KR" altLang="en-US" dirty="0" smtClean="0"/>
              <a:t>선택에 </a:t>
            </a:r>
            <a:r>
              <a:rPr lang="ko-KR" altLang="en-US" dirty="0"/>
              <a:t>따른 </a:t>
            </a:r>
            <a:r>
              <a:rPr lang="en-US" altLang="ko-KR" dirty="0"/>
              <a:t>Scene </a:t>
            </a:r>
            <a:r>
              <a:rPr lang="ko-KR" altLang="en-US" dirty="0"/>
              <a:t>전환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</a:t>
            </a:r>
            <a:r>
              <a:rPr dirty="0" smtClean="0"/>
              <a:t> </a:t>
            </a:r>
            <a:r>
              <a:rPr dirty="0" err="1"/>
              <a:t>강화</a:t>
            </a:r>
            <a:r>
              <a:rPr dirty="0"/>
              <a:t> </a:t>
            </a:r>
            <a:r>
              <a:rPr dirty="0" err="1"/>
              <a:t>확률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대성공 </a:t>
            </a:r>
            <a:r>
              <a:rPr lang="en-US" altLang="ko-KR" dirty="0"/>
              <a:t>/ </a:t>
            </a:r>
            <a:r>
              <a:rPr lang="ko-KR" altLang="en-US" dirty="0"/>
              <a:t>성공 </a:t>
            </a:r>
            <a:r>
              <a:rPr lang="en-US" altLang="ko-KR" dirty="0"/>
              <a:t>/ </a:t>
            </a:r>
            <a:r>
              <a:rPr lang="ko-KR" altLang="en-US" dirty="0"/>
              <a:t>실패 판정 구현</a:t>
            </a:r>
          </a:p>
          <a:p>
            <a:r>
              <a:rPr lang="ko-KR" altLang="en-US" dirty="0" smtClean="0"/>
              <a:t>명성 </a:t>
            </a:r>
            <a:r>
              <a:rPr lang="en-US" altLang="ko-KR" dirty="0"/>
              <a:t>&amp; </a:t>
            </a:r>
            <a:r>
              <a:rPr lang="ko-KR" altLang="en-US" dirty="0"/>
              <a:t>골드 반영 예정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r>
              <a:rPr dirty="0" smtClean="0"/>
              <a:t>. </a:t>
            </a:r>
            <a:r>
              <a:rPr dirty="0" err="1"/>
              <a:t>명성</a:t>
            </a:r>
            <a:r>
              <a:rPr dirty="0"/>
              <a:t> </a:t>
            </a:r>
            <a:r>
              <a:rPr dirty="0" err="1"/>
              <a:t>테이블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CSV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명성</a:t>
            </a:r>
            <a:r>
              <a:rPr dirty="0"/>
              <a:t> </a:t>
            </a:r>
            <a:r>
              <a:rPr dirty="0" err="1"/>
              <a:t>테이블</a:t>
            </a:r>
            <a:endParaRPr dirty="0"/>
          </a:p>
          <a:p>
            <a:r>
              <a:rPr dirty="0"/>
              <a:t>• </a:t>
            </a:r>
            <a:r>
              <a:rPr dirty="0" err="1"/>
              <a:t>하급</a:t>
            </a:r>
            <a:r>
              <a:rPr dirty="0"/>
              <a:t> / </a:t>
            </a:r>
            <a:r>
              <a:rPr dirty="0" err="1"/>
              <a:t>중급</a:t>
            </a:r>
            <a:r>
              <a:rPr dirty="0"/>
              <a:t> / </a:t>
            </a:r>
            <a:r>
              <a:rPr dirty="0" err="1"/>
              <a:t>고급</a:t>
            </a:r>
            <a:r>
              <a:rPr dirty="0"/>
              <a:t> </a:t>
            </a:r>
            <a:r>
              <a:rPr dirty="0" err="1"/>
              <a:t>모험가</a:t>
            </a:r>
            <a:endParaRPr dirty="0"/>
          </a:p>
          <a:p>
            <a:r>
              <a:rPr dirty="0"/>
              <a:t>• </a:t>
            </a:r>
            <a:r>
              <a:rPr dirty="0" err="1"/>
              <a:t>결과에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증감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개선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명성</a:t>
            </a:r>
            <a:r>
              <a:rPr dirty="0"/>
              <a:t>/</a:t>
            </a:r>
            <a:r>
              <a:rPr dirty="0" err="1"/>
              <a:t>골드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반영</a:t>
            </a:r>
            <a:endParaRPr dirty="0"/>
          </a:p>
          <a:p>
            <a:r>
              <a:rPr dirty="0" smtClean="0"/>
              <a:t>NPC </a:t>
            </a:r>
            <a:r>
              <a:rPr dirty="0" err="1"/>
              <a:t>등장</a:t>
            </a:r>
            <a:r>
              <a:rPr dirty="0"/>
              <a:t> </a:t>
            </a:r>
            <a:r>
              <a:rPr dirty="0" err="1"/>
              <a:t>연출</a:t>
            </a:r>
            <a:r>
              <a:rPr dirty="0"/>
              <a:t> </a:t>
            </a:r>
            <a:r>
              <a:rPr dirty="0" err="1"/>
              <a:t>완성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384</Words>
  <Application>Microsoft Office PowerPoint</Application>
  <PresentationFormat>화면 슬라이드 쇼(4:3)</PresentationFormat>
  <Paragraphs>38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1. 게임 시작 연출</vt:lpstr>
      <vt:lpstr>2. 손님 NPC 이벤트 구조</vt:lpstr>
      <vt:lpstr>3. 강화 확률 시스템</vt:lpstr>
      <vt:lpstr>4. 명성 테이블 설계</vt:lpstr>
      <vt:lpstr>향후 개선 목표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게임 시작 연출</dc:title>
  <dc:subject/>
  <dc:creator/>
  <cp:keywords/>
  <dc:description>generated using python-pptx</dc:description>
  <cp:lastModifiedBy>gyujin sim</cp:lastModifiedBy>
  <cp:revision>3</cp:revision>
  <dcterms:created xsi:type="dcterms:W3CDTF">2013-01-27T09:14:16Z</dcterms:created>
  <dcterms:modified xsi:type="dcterms:W3CDTF">2026-01-18T16:03:14Z</dcterms:modified>
  <cp:category/>
</cp:coreProperties>
</file>