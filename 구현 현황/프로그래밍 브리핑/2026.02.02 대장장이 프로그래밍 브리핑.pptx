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mp4" ContentType="vide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987" autoAdjust="0"/>
    <p:restoredTop sz="86502"/>
  </p:normalViewPr>
  <p:slideViewPr>
    <p:cSldViewPr snapToGrid="0">
      <p:cViewPr varScale="1">
        <p:scale>
          <a:sx n="100" d="100"/>
          <a:sy n="100" d="100"/>
        </p:scale>
        <p:origin x="414" y="108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2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3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50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6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6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757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07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28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18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65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40663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46B5F-47D9-484B-97AF-F92DC89F4B3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80BE2-3A32-453E-925E-E285EB8E4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51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video" Target="../media/media1.mp4"  /><Relationship Id="rId4" Type="http://schemas.microsoft.com/office/2007/relationships/media" Target="../media/media1.mp4"  /><Relationship Id="rId5" Type="http://schemas.openxmlformats.org/officeDocument/2006/relationships/image" Target="../media/image3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포지</a:t>
            </a:r>
            <a:r>
              <a:rPr lang="en-US" altLang="ko-KR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/>
            </a:r>
            <a:br>
              <a:rPr lang="en-US" altLang="ko-KR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</a:br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프로그래밍 주간 브리핑</a:t>
            </a:r>
            <a:endParaRPr lang="ko-KR" altLang="en-US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25.02.02</a:t>
            </a:r>
          </a:p>
          <a:p>
            <a:r>
              <a:rPr lang="ko-KR" altLang="en-US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킬펫</a:t>
            </a:r>
            <a:endParaRPr lang="ko-KR" altLang="en-US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967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sz="400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1. </a:t>
            </a:r>
            <a:r>
              <a:rPr lang="ko-KR" altLang="en-US" sz="400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타이틀 화면 추가</a:t>
            </a:r>
            <a:endParaRPr lang="ko-KR" altLang="en-US" sz="4000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게임 시작을 누르면 메인 화면으로 진입</a:t>
            </a:r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08736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sz="4000">
                <a:latin typeface="경기천년제목 Bold"/>
                <a:ea typeface="경기천년제목 Bold"/>
              </a:rPr>
              <a:t>2. UI </a:t>
            </a:r>
            <a:r>
              <a:rPr lang="ko-KR" altLang="en-US" sz="4000">
                <a:latin typeface="경기천년제목 Bold"/>
                <a:ea typeface="경기천년제목 Bold"/>
              </a:rPr>
              <a:t>추가</a:t>
            </a:r>
            <a:endParaRPr lang="ko-KR" altLang="en-US" sz="4000">
              <a:latin typeface="경기천년제목 Bold"/>
              <a:ea typeface="경기천년제목 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Npc</a:t>
            </a:r>
            <a:r>
              <a:rPr lang="ko-KR" altLang="en-US">
                <a:latin typeface="경기천년제목 Light"/>
                <a:ea typeface="경기천년제목 Light"/>
              </a:rPr>
              <a:t>가 방문한 순서 추가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진행 일차 </a:t>
            </a:r>
            <a:r>
              <a:rPr lang="en-US" altLang="ko-KR">
                <a:latin typeface="경기천년제목 Light"/>
                <a:ea typeface="경기천년제목 Light"/>
              </a:rPr>
              <a:t>UI </a:t>
            </a:r>
            <a:r>
              <a:rPr lang="ko-KR" altLang="en-US">
                <a:latin typeface="경기천년제목 Light"/>
                <a:ea typeface="경기천년제목 Light"/>
              </a:rPr>
              <a:t>표시 기능 추가</a:t>
            </a:r>
            <a:endParaRPr lang="ko-KR" altLang="en-US">
              <a:latin typeface="경기천년제목 Light"/>
              <a:ea typeface="경기천년제목 Light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" y="3346689"/>
            <a:ext cx="4388141" cy="2437856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5427677" y="4001294"/>
            <a:ext cx="1124125" cy="99854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72608" y="3346690"/>
            <a:ext cx="4335618" cy="24378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3. </a:t>
            </a:r>
            <a:r>
              <a:rPr lang="ko-KR" altLang="en-US">
                <a:latin typeface="경기천년제목 Bold"/>
                <a:ea typeface="경기천년제목 Bold"/>
              </a:rPr>
              <a:t>강화 형식 개편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5"/>
            <a:ext cx="9731929" cy="435133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기존 방식 </a:t>
            </a:r>
            <a:r>
              <a:rPr lang="en-US" altLang="ko-KR">
                <a:latin typeface="경기천년제목 Light"/>
                <a:ea typeface="경기천년제목 Light"/>
              </a:rPr>
              <a:t>: 3</a:t>
            </a:r>
            <a:r>
              <a:rPr lang="ko-KR" altLang="en-US">
                <a:latin typeface="경기천년제목 Light"/>
                <a:ea typeface="경기천년제목 Light"/>
              </a:rPr>
              <a:t>초후 강화 팝업창 표시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endParaRPr lang="en-US" altLang="ko-KR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신규 방식</a:t>
            </a:r>
            <a:r>
              <a:rPr lang="en-US" altLang="ko-KR">
                <a:latin typeface="경기천년제목 Light"/>
                <a:ea typeface="경기천년제목 Light"/>
              </a:rPr>
              <a:t> : </a:t>
            </a:r>
            <a:endParaRPr lang="en-US" altLang="ko-KR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1. </a:t>
            </a:r>
            <a:r>
              <a:rPr lang="ko-KR" altLang="en-US">
                <a:latin typeface="경기천년제목 Light"/>
                <a:ea typeface="경기천년제목 Light"/>
              </a:rPr>
              <a:t>강화 제한 시간을 </a:t>
            </a:r>
            <a:r>
              <a:rPr lang="en-US" altLang="ko-KR">
                <a:latin typeface="경기천년제목 Light"/>
                <a:ea typeface="경기천년제목 Light"/>
              </a:rPr>
              <a:t>UI</a:t>
            </a:r>
            <a:r>
              <a:rPr lang="ko-KR" altLang="en-US">
                <a:latin typeface="경기천년제목 Light"/>
                <a:ea typeface="경기천년제목 Light"/>
              </a:rPr>
              <a:t>로</a:t>
            </a:r>
            <a:r>
              <a:rPr lang="en-US" altLang="ko-KR">
                <a:latin typeface="경기천년제목 Light"/>
                <a:ea typeface="경기천년제목 Light"/>
              </a:rPr>
              <a:t> </a:t>
            </a:r>
            <a:r>
              <a:rPr lang="ko-KR" altLang="en-US">
                <a:latin typeface="경기천년제목 Light"/>
                <a:ea typeface="경기천년제목 Light"/>
              </a:rPr>
              <a:t>표시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2. </a:t>
            </a:r>
            <a:r>
              <a:rPr lang="ko-KR" altLang="en-US">
                <a:latin typeface="경기천년제목 Light"/>
                <a:ea typeface="경기천년제목 Light"/>
              </a:rPr>
              <a:t>미니게임 추가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1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성공 시 강화 성공 확률 소폭 증가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3. </a:t>
            </a:r>
            <a:r>
              <a:rPr lang="ko-KR" altLang="en-US">
                <a:latin typeface="경기천년제목 Light"/>
                <a:ea typeface="경기천년제목 Light"/>
              </a:rPr>
              <a:t>미니게임 성공 여부를 </a:t>
            </a:r>
            <a:r>
              <a:rPr lang="en-US" altLang="ko-KR">
                <a:latin typeface="경기천년제목 Light"/>
                <a:ea typeface="경기천년제목 Light"/>
              </a:rPr>
              <a:t>UI</a:t>
            </a:r>
            <a:r>
              <a:rPr lang="ko-KR" altLang="en-US">
                <a:latin typeface="경기천년제목 Light"/>
                <a:ea typeface="경기천년제목 Light"/>
              </a:rPr>
              <a:t>에 즉시 표시</a:t>
            </a:r>
            <a:endParaRPr lang="ko-KR" altLang="en-US">
              <a:latin typeface="경기천년제목 Light"/>
              <a:ea typeface="경기천년제목 Light"/>
            </a:endParaRPr>
          </a:p>
        </p:txBody>
      </p:sp>
      <p:pic>
        <p:nvPicPr>
          <p:cNvPr id="9" name="제목 없는 비디오 - Clipchamp로 제작 (1)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6507714" y="1690688"/>
            <a:ext cx="5312374" cy="2988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/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59</ep:Words>
  <ep:PresentationFormat>와이드스크린</ep:PresentationFormat>
  <ep:Paragraphs>15</ep:Paragraphs>
  <ep:Slides>4</ep:Slides>
  <ep:Notes>2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Office 테마</vt:lpstr>
      <vt:lpstr>포지 프로그래밍 주간 브리핑</vt:lpstr>
      <vt:lpstr>1.  타이틀 화면 추가</vt:lpstr>
      <vt:lpstr>2. UI 추가</vt:lpstr>
      <vt:lpstr>3. 강화 형식 개편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2026-02-01T14:56:17.000</dcterms:created>
  <dc:creator>gyujin sim</dc:creator>
  <cp:lastModifiedBy>D16</cp:lastModifiedBy>
  <dcterms:modified xsi:type="dcterms:W3CDTF">2026-02-02T05:42:56.622</dcterms:modified>
  <cp:revision>12</cp:revision>
  <dc:title>포지 프로그래밍 주간 브리핑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