
<file path=[Content_Types].xml><?xml version="1.0" encoding="utf-8"?>
<Types xmlns="http://schemas.openxmlformats.org/package/2006/content-types">
  <Default Extension="jpeg" ContentType="image/jpeg"/>
  <Default Extension="mp4" ContentType="video/unknown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6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2" name="Google Shape;82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cb42e955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8" name="Google Shape;88;g3dcb42e955a_0_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cb42e955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3" name="Google Shape;93;g3dcb42e955a_0_3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59063ff1b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9" name="Google Shape;99;g3d59063ff1b_2_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video" Target="../media/unknown1.mp4"  /><Relationship Id="rId4" Type="http://schemas.microsoft.com/office/2007/relationships/media" Target="../media/unknown1.mp4"  /><Relationship Id="rId5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 idx="0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경기천년제목 Bold"/>
                <a:ea typeface="경기천년제목 Bold"/>
                <a:cs typeface="Arial"/>
                <a:sym typeface="Arial"/>
              </a:rPr>
              <a:t>포지</a:t>
            </a:r>
            <a:br>
              <a:rPr lang="ko-KR">
                <a:ea typeface="경기천년제목 Bold"/>
                <a:cs typeface="Arial"/>
                <a:sym typeface="Arial"/>
              </a:rPr>
            </a:br>
            <a:r>
              <a:rPr lang="ko-KR">
                <a:latin typeface="경기천년제목 Bold"/>
                <a:ea typeface="경기천년제목 Bold"/>
                <a:cs typeface="Arial"/>
                <a:sym typeface="Arial"/>
              </a:rPr>
              <a:t>프로그래밍 주간 브리핑</a:t>
            </a:r>
            <a:endParaRPr>
              <a:latin typeface="경기천년제목 Bold"/>
              <a:ea typeface="경기천년제목 Bold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r>
              <a:rPr lang="ko-KR">
                <a:latin typeface="경기천년제목 Light"/>
                <a:ea typeface="경기천년제목 Light"/>
                <a:cs typeface="Arial"/>
                <a:sym typeface="Arial"/>
              </a:rPr>
              <a:t>25.04.20</a:t>
            </a:r>
            <a:endParaRPr lang="ko-KR">
              <a:latin typeface="경기천년제목 Light"/>
              <a:ea typeface="경기천년제목 Light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r>
              <a:rPr lang="ko-KR">
                <a:latin typeface="경기천년제목 Light"/>
                <a:ea typeface="경기천년제목 Light"/>
                <a:cs typeface="Arial"/>
                <a:sym typeface="Arial"/>
              </a:rPr>
              <a:t>킬펫</a:t>
            </a:r>
            <a:endParaRPr lang="ko-KR">
              <a:latin typeface="경기천년제목 Light"/>
              <a:ea typeface="경기천년제목 Light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endParaRPr>
              <a:latin typeface="경기천년제목 Light"/>
              <a:ea typeface="경기천년제목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cb42e955a_0_6"/>
          <p:cNvSpPr txBox="1">
            <a:spLocks noGrp="1"/>
          </p:cNvSpPr>
          <p:nvPr>
            <p:ph type="ctrTitle" idx="4294967295"/>
          </p:nvPr>
        </p:nvSpPr>
        <p:spPr>
          <a:xfrm>
            <a:off x="1691550" y="152575"/>
            <a:ext cx="8808900" cy="21579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경기천년제목 Bold"/>
                <a:ea typeface="경기천년제목 Bold"/>
                <a:cs typeface="Arial"/>
                <a:sym typeface="Arial"/>
              </a:rPr>
              <a:t>npc 입/퇴장 애니메이션 구현 및 대화 UI 좌우 분기 처리 </a:t>
            </a:r>
            <a:endParaRPr lang="ko-KR">
              <a:latin typeface="경기천년제목 Bold"/>
              <a:ea typeface="경기천년제목 Bold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>
              <a:latin typeface="경기천년제목 Bold"/>
              <a:ea typeface="경기천년제목 Bold"/>
              <a:cs typeface="Arial"/>
              <a:sym typeface="Arial"/>
            </a:endParaRPr>
          </a:p>
        </p:txBody>
      </p:sp>
      <p:pic>
        <p:nvPicPr>
          <p:cNvPr id="91" name="Video Project 3.mp4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2381425" y="1834554"/>
            <a:ext cx="7429150" cy="42098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5643" fill="hold"/>
                                        <p:tgtEl>
                                          <p:spTgt spid="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video>
              <p:cMediaNode vol="50000">
                <p:cTn id="7" fill="hold" display="0">
                  <p:stCondLst>
                    <p:cond delay="indefinite"/>
                  </p:stCondLst>
                </p:cTn>
                <p:tgtEl>
                  <p:spTgt spid="91"/>
                </p:tgtEl>
              </p:cMediaNode>
            </p:video>
          </p:childTnLst>
        </p:cTn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cb42e955a_0_37"/>
          <p:cNvSpPr txBox="1">
            <a:spLocks noGrp="1"/>
          </p:cNvSpPr>
          <p:nvPr>
            <p:ph type="ctrTitle" idx="4294967295"/>
          </p:nvPr>
        </p:nvSpPr>
        <p:spPr>
          <a:xfrm>
            <a:off x="1691700" y="705650"/>
            <a:ext cx="8808600" cy="88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경기천년제목 Bold"/>
                <a:ea typeface="경기천년제목 Bold"/>
                <a:cs typeface="Arial"/>
                <a:sym typeface="Arial"/>
              </a:rPr>
              <a:t>대장장이 오픈 대사 반복 버그 수정</a:t>
            </a:r>
            <a:endParaRPr>
              <a:latin typeface="경기천년제목 Bold"/>
              <a:ea typeface="경기천년제목 Bold"/>
              <a:cs typeface="Arial"/>
              <a:sym typeface="Arial"/>
            </a:endParaRPr>
          </a:p>
        </p:txBody>
      </p:sp>
      <p:sp>
        <p:nvSpPr>
          <p:cNvPr id="96" name="Google Shape;96;g3dcb42e955a_0_37"/>
          <p:cNvSpPr txBox="1">
            <a:spLocks noGrp="1"/>
          </p:cNvSpPr>
          <p:nvPr>
            <p:ph type="ctrTitle" idx="4294967295"/>
          </p:nvPr>
        </p:nvSpPr>
        <p:spPr>
          <a:xfrm>
            <a:off x="3428250" y="2331700"/>
            <a:ext cx="5623234" cy="88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 sz="2500">
                <a:latin typeface="경기천년바탕 Bold"/>
                <a:ea typeface="경기천년바탕 Bold"/>
                <a:cs typeface="Arial"/>
                <a:sym typeface="Arial"/>
              </a:rPr>
              <a:t>방문 NPC가 0명 일 때만 대장장이 오픈 대사가 나오도록 수정</a:t>
            </a:r>
            <a:endParaRPr sz="2500">
              <a:latin typeface="경기천년바탕 Bold"/>
              <a:ea typeface="경기천년바탕 Bold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59063ff1b_2_12"/>
          <p:cNvSpPr txBox="1">
            <a:spLocks noGrp="1"/>
          </p:cNvSpPr>
          <p:nvPr>
            <p:ph type="ctrTitle" idx="4294967295"/>
          </p:nvPr>
        </p:nvSpPr>
        <p:spPr>
          <a:xfrm>
            <a:off x="2154450" y="681075"/>
            <a:ext cx="7883100" cy="88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경기천년제목 Bold"/>
                <a:ea typeface="경기천년제목 Bold"/>
                <a:cs typeface="Arial"/>
                <a:sym typeface="Arial"/>
              </a:rPr>
              <a:t>진행 예정 사항</a:t>
            </a:r>
            <a:endParaRPr>
              <a:latin typeface="경기천년제목 Bold"/>
              <a:ea typeface="경기천년제목 Bold"/>
              <a:cs typeface="Arial"/>
              <a:sym typeface="Arial"/>
            </a:endParaRPr>
          </a:p>
        </p:txBody>
      </p:sp>
      <p:sp>
        <p:nvSpPr>
          <p:cNvPr id="102" name="Google Shape;102;g3d59063ff1b_2_12"/>
          <p:cNvSpPr txBox="1"/>
          <p:nvPr/>
        </p:nvSpPr>
        <p:spPr>
          <a:xfrm>
            <a:off x="2547150" y="2605550"/>
            <a:ext cx="7097700" cy="1324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69850" lvl="8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sz="2500">
                <a:latin typeface="경기천년바탕 Bold"/>
                <a:ea typeface="경기천년바탕 Bold"/>
              </a:rPr>
              <a:t>대장장이 입장 연출 이벤트 구현 진행 예정</a:t>
            </a:r>
            <a:endParaRPr lang="ko-KR" sz="2500">
              <a:latin typeface="경기천년바탕 Bold"/>
              <a:ea typeface="경기천년바탕 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500">
              <a:latin typeface="경기천년바탕 Bold"/>
              <a:ea typeface="경기천년바탕 Bold"/>
            </a:endParaRPr>
          </a:p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sz="2500">
                <a:latin typeface="경기천년바탕 Bold"/>
                <a:ea typeface="경기천년바탕 Bold"/>
              </a:rPr>
              <a:t>페이드 기반 하루 종료 및 UI 전환 연출 구현 예정</a:t>
            </a:r>
            <a:endParaRPr sz="2500">
              <a:latin typeface="경기천년바탕 Bold"/>
              <a:ea typeface="경기천년바탕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50</ep:Words>
  <ep:PresentationFormat/>
  <ep:Paragraphs>9</ep:Paragraphs>
  <ep:Slides>4</ep:Slides>
  <ep:Notes>4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ep:HeadingPairs>
  <ep:TitlesOfParts>
    <vt:vector size="5" baseType="lpstr">
      <vt:lpstr>Office 테마</vt:lpstr>
      <vt:lpstr>포지 프로그래밍 주간 브리핑</vt:lpstr>
      <vt:lpstr>npc 입/퇴장 애니메이션 구현 및 대화 UI 좌우 분기 처리</vt:lpstr>
      <vt:lpstr>대장장이 오픈 대사 반복 버그 수정</vt:lpstr>
      <vt:lpstr>진행 예정 사항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2026-03-22T13:12:18.000</dcterms:created>
  <dc:creator>gyujin sim</dc:creator>
  <cp:lastModifiedBy>D16</cp:lastModifiedBy>
  <dcterms:modified xsi:type="dcterms:W3CDTF">2026-04-20T05:38:30.019</dcterms:modified>
  <cp:revision>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