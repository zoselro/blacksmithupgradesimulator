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media1.mp4" ContentType="video/mp4"/>
  <Override PartName="/ppt/media/media2.mp4" ContentType="video/mp4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69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1" r:id="rId7"/>
    <p:sldId id="262" r:id="rId8"/>
    <p:sldId id="26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678" y="10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presProps" Target="presProps.xml"  /><Relationship Id="rId11" Type="http://schemas.openxmlformats.org/officeDocument/2006/relationships/viewProps" Target="viewProps.xml"  /><Relationship Id="rId12" Type="http://schemas.openxmlformats.org/officeDocument/2006/relationships/theme" Target="theme/theme1.xml"  /><Relationship Id="rId13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2" name="Google Shape;82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903d2f74b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8" name="Google Shape;88;g3e903d2f74b_0_8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7" name="Google Shape;97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2aae1d1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04" name="Google Shape;104;g3f2aae1d105_0_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2aae1d1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04" name="Google Shape;104;g3f2aae1d105_0_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2aae1d10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11" name="Google Shape;111;g3f2aae1d105_0_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2aae1d10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맑은 고딕"/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11" name="Google Shape;111;g3f2aae1d105_0_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2aae1d105_0_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g3f2aae1d105_0_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3f2aae1d105_0_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g3f2aae1d105_0_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g3f2aae1d105_0_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" name="Google Shape;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" name="Google Shape;1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1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1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1.xml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6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1.xml"  /><Relationship Id="rId3" Type="http://schemas.openxmlformats.org/officeDocument/2006/relationships/image" Target="../media/image7.png"  /><Relationship Id="rId4" Type="http://schemas.openxmlformats.org/officeDocument/2006/relationships/image" Target="../media/image8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1.xml"  /><Relationship Id="rId3" Type="http://schemas.openxmlformats.org/officeDocument/2006/relationships/image" Target="../media/image9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1.xml"  /><Relationship Id="rId3" Type="http://schemas.openxmlformats.org/officeDocument/2006/relationships/video" Target="../media/media1.mp4"  /><Relationship Id="rId4" Type="http://schemas.microsoft.com/office/2007/relationships/media" Target="../media/media1.mp4"  /><Relationship Id="rId5" Type="http://schemas.openxmlformats.org/officeDocument/2006/relationships/image" Target="../media/image10.png"  /><Relationship Id="rId6" Type="http://schemas.openxmlformats.org/officeDocument/2006/relationships/video" Target="../media/media2.mp4"  /><Relationship Id="rId7" Type="http://schemas.microsoft.com/office/2007/relationships/media" Target="../media/media2.mp4"  /><Relationship Id="rId8" Type="http://schemas.openxmlformats.org/officeDocument/2006/relationships/image" Target="../media/image11.png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포지</a:t>
            </a:r>
            <a:b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</a:b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프로그래밍 주간 브리핑</a:t>
            </a:r>
            <a:endParaRPr dirty="0"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25.06.29</a:t>
            </a: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 dirty="0" err="1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킬펫</a:t>
            </a: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1.</a:t>
            </a:r>
            <a:r>
              <a:rPr lang="ko-KR" altLang="en-US">
                <a:latin typeface="경기천년제목 Bold"/>
                <a:ea typeface="경기천년제목 Bold"/>
                <a:cs typeface="Arial"/>
                <a:sym typeface="Arial"/>
              </a:rPr>
              <a:t> 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NPC 대사 방식 수정</a:t>
            </a:r>
            <a:endParaRPr lang="ko-KR"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sp>
        <p:nvSpPr>
          <p:cNvPr id="91" name="Google Shape;91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909361" y="1789566"/>
            <a:ext cx="9831578" cy="7680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500">
                <a:latin typeface="경기천년제목 Light"/>
                <a:ea typeface="경기천년제목 Light"/>
                <a:cs typeface="Arial"/>
                <a:sym typeface="Arial"/>
              </a:rPr>
              <a:t>대사 방식을 성별</a:t>
            </a:r>
            <a:r>
              <a:rPr lang="en-US" altLang="ko-KR" sz="2500">
                <a:latin typeface="경기천년제목 Light"/>
                <a:ea typeface="경기천년제목 Light"/>
                <a:cs typeface="Arial"/>
                <a:sym typeface="Arial"/>
              </a:rPr>
              <a:t> 2</a:t>
            </a: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종</a:t>
            </a:r>
            <a:r>
              <a:rPr lang="ko-KR" sz="2500">
                <a:latin typeface="경기천년제목 Light"/>
                <a:ea typeface="경기천년제목 Light"/>
                <a:cs typeface="Arial"/>
                <a:sym typeface="Arial"/>
              </a:rPr>
              <a:t>, 성향 4종류 및 모험가 타입 3종류로 나누는 방식으로 대사 변경</a:t>
            </a:r>
            <a:endParaRPr sz="2500" b="0" i="0" u="none" strike="noStrike" cap="none">
              <a:solidFill>
                <a:schemeClr val="dk1"/>
              </a:solidFill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sp>
        <p:nvSpPr>
          <p:cNvPr id="92" name="Google Shape;92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1180200" y="3011100"/>
            <a:ext cx="3256500" cy="3247026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br>
              <a:rPr lang="en-US" altLang="ko-KR" sz="2000">
                <a:latin typeface="경기천년바탕 Regular"/>
                <a:ea typeface="경기천년바탕 Regular"/>
              </a:rPr>
            </a:br>
            <a:r>
              <a:rPr lang="ko-KR" sz="2000">
                <a:latin typeface="경기천년바탕 Regular"/>
                <a:ea typeface="경기천년바탕 Regular"/>
              </a:rPr>
              <a:t>명량한 초급 나이트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냉소적인 초급 나이트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폭주적인 초급 나이트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통찰적인 초급 나이트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명량한 숙련 프리스트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냉소적인 숙련 프리스트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통찰적인 숙련 프리스트 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폭주적인 숙련 프리스트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</a:t>
            </a:r>
            <a:endParaRPr sz="2000" b="0" i="0" u="none" strike="noStrike" cap="none">
              <a:solidFill>
                <a:schemeClr val="dk1"/>
              </a:solidFill>
              <a:latin typeface="경기천년바탕 Regular"/>
              <a:ea typeface="경기천년바탕 Regular"/>
              <a:cs typeface="Arial"/>
              <a:sym typeface="Arial"/>
            </a:endParaRPr>
          </a:p>
        </p:txBody>
      </p:sp>
      <p:sp>
        <p:nvSpPr>
          <p:cNvPr id="93" name="Google Shape;93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4805150" y="3011100"/>
            <a:ext cx="3256500" cy="3006086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명량한 초급 여자 헌터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냉소적인 초급 여자 헌터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통찰적인 초급 여자 헌터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폭주적인 초급 여자 헌터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명량한 중급 여자 NPC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냉소적인 중급 여자 NPC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통찰적인 중급 여자 NPC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폭주적인 중급 여자 NPC</a:t>
            </a:r>
            <a:r>
              <a:rPr lang="ko-KR" sz="2000">
                <a:latin typeface="경기천년바탕 Regular"/>
                <a:ea typeface="경기천년바탕 Regular"/>
                <a:cs typeface="Arial"/>
                <a:sym typeface="Arial"/>
              </a:rPr>
              <a:t> </a:t>
            </a:r>
            <a:endParaRPr sz="2000" b="0" i="0" u="none" strike="noStrike" cap="none">
              <a:solidFill>
                <a:schemeClr val="dk1"/>
              </a:solidFill>
              <a:latin typeface="경기천년바탕 Regular"/>
              <a:ea typeface="경기천년바탕 Regular"/>
              <a:cs typeface="Arial"/>
              <a:sym typeface="Arial"/>
            </a:endParaRPr>
          </a:p>
        </p:txBody>
      </p:sp>
      <p:sp>
        <p:nvSpPr>
          <p:cNvPr id="94" name="Google Shape;94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8430100" y="3011100"/>
            <a:ext cx="3256500" cy="3006086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명량한 초급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냉소적인 초급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통찰적인 초급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폭주적인 초급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명량한 숙련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냉소적인 숙련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통찰적인 숙련 남자 시프</a:t>
            </a:r>
            <a:endParaRPr lang="ko-KR" sz="2000">
              <a:latin typeface="경기천년바탕 Regular"/>
              <a:ea typeface="경기천년바탕 Regular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000">
                <a:latin typeface="경기천년바탕 Regular"/>
                <a:ea typeface="경기천년바탕 Regular"/>
              </a:rPr>
              <a:t> 폭주적인 숙련 남자 시프</a:t>
            </a:r>
            <a:endParaRPr sz="2000" b="0" i="0" u="none" strike="noStrike" cap="none">
              <a:solidFill>
                <a:schemeClr val="dk1"/>
              </a:solidFill>
              <a:latin typeface="경기천년바탕 Regular"/>
              <a:ea typeface="경기천년바탕 Regular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2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. 대사 줄바꿈 기능 추가</a:t>
            </a:r>
            <a:endParaRPr lang="ko-KR"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ctrTitle" idx="4294967295"/>
          </p:nvPr>
        </p:nvSpPr>
        <p:spPr>
          <a:xfrm>
            <a:off x="909350" y="1704974"/>
            <a:ext cx="9831600" cy="586237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 sz="2500">
                <a:latin typeface="경기천년제목 Light"/>
                <a:ea typeface="경기천년제목 Light"/>
                <a:cs typeface="Arial"/>
                <a:sym typeface="Arial"/>
              </a:rPr>
              <a:t>대사의 마침표(.)와 느낌표(!)를 기준으로 줄바꿈이 되도록 변경.</a:t>
            </a:r>
            <a:endParaRPr sz="2500" b="0" i="0" u="none" strike="noStrike" cap="none">
              <a:solidFill>
                <a:schemeClr val="dk1"/>
              </a:solidFill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pic>
        <p:nvPicPr>
          <p:cNvPr id="101" name="Google Shape;101;p2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>
            <a:off x="6310825" y="3005451"/>
            <a:ext cx="5314250" cy="29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42900" y="3005451"/>
            <a:ext cx="5286945" cy="2981000"/>
          </a:xfrm>
          <a:prstGeom prst="rect">
            <a:avLst/>
          </a:prstGeom>
        </p:spPr>
      </p:pic>
      <p:sp>
        <p:nvSpPr>
          <p:cNvPr id="6" name="Google Shape;100;p2"/>
          <p:cNvSpPr txBox="1"/>
          <p:nvPr/>
        </p:nvSpPr>
        <p:spPr>
          <a:xfrm>
            <a:off x="2032986" y="2486057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수정 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sp>
        <p:nvSpPr>
          <p:cNvPr id="7" name="Google Shape;100;p2"/>
          <p:cNvSpPr txBox="1"/>
          <p:nvPr/>
        </p:nvSpPr>
        <p:spPr>
          <a:xfrm>
            <a:off x="7756292" y="2486057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수정 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2aae1d105_0_8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3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. UI 기획서에 맞춰 </a:t>
            </a:r>
            <a:endParaRPr lang="ko-KR">
              <a:latin typeface="경기천년제목 Bold"/>
              <a:ea typeface="경기천년제목 Bold"/>
              <a:cs typeface="Arial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전반적인 이미지 교체 및 제거</a:t>
            </a:r>
            <a:endParaRPr sz="4400" b="0" i="0" u="none" strike="noStrike" cap="none">
              <a:solidFill>
                <a:schemeClr val="dk1"/>
              </a:solidFill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pic>
        <p:nvPicPr>
          <p:cNvPr id="107" name="Google Shape;107;g3f2aae1d105_0_8"/>
          <p:cNvPicPr/>
          <p:nvPr/>
        </p:nvPicPr>
        <p:blipFill rotWithShape="1">
          <a:blip r:embed="rId3">
            <a:alphaModFix/>
          </a:blip>
          <a:stretch>
            <a:fillRect/>
          </a:stretch>
        </p:blipFill>
        <p:spPr>
          <a:xfrm>
            <a:off x="7451661" y="2388920"/>
            <a:ext cx="3379096" cy="1911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g3f2aae1d105_0_8"/>
          <p:cNvPicPr/>
          <p:nvPr/>
        </p:nvPicPr>
        <p:blipFill rotWithShape="1">
          <a:blip r:embed="rId4">
            <a:alphaModFix/>
          </a:blip>
          <a:stretch>
            <a:fillRect/>
          </a:stretch>
        </p:blipFill>
        <p:spPr>
          <a:xfrm>
            <a:off x="7451662" y="4561705"/>
            <a:ext cx="3379095" cy="1902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67607" y="2388920"/>
            <a:ext cx="3379095" cy="191125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867608" y="4561705"/>
            <a:ext cx="3379095" cy="1888319"/>
          </a:xfrm>
          <a:prstGeom prst="rect">
            <a:avLst/>
          </a:prstGeom>
        </p:spPr>
      </p:pic>
      <p:sp>
        <p:nvSpPr>
          <p:cNvPr id="8" name="Google Shape;100;p2"/>
          <p:cNvSpPr txBox="1"/>
          <p:nvPr/>
        </p:nvSpPr>
        <p:spPr>
          <a:xfrm>
            <a:off x="2059619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교체 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sp>
        <p:nvSpPr>
          <p:cNvPr id="9" name="Google Shape;100;p2"/>
          <p:cNvSpPr txBox="1"/>
          <p:nvPr/>
        </p:nvSpPr>
        <p:spPr>
          <a:xfrm>
            <a:off x="7782925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교체 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2aae1d105_0_8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3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. UI 기획서에 맞춰 </a:t>
            </a:r>
            <a:endParaRPr lang="ko-KR">
              <a:latin typeface="경기천년제목 Bold"/>
              <a:ea typeface="경기천년제목 Bold"/>
              <a:cs typeface="Arial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전반적인 이미지 교체 및 제거</a:t>
            </a:r>
            <a:endParaRPr sz="4400" b="0" i="0" u="none" strike="noStrike" cap="none">
              <a:solidFill>
                <a:schemeClr val="dk1"/>
              </a:solidFill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sp>
        <p:nvSpPr>
          <p:cNvPr id="8" name="Google Shape;100;p2"/>
          <p:cNvSpPr txBox="1"/>
          <p:nvPr/>
        </p:nvSpPr>
        <p:spPr>
          <a:xfrm>
            <a:off x="2059619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교체 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sp>
        <p:nvSpPr>
          <p:cNvPr id="9" name="Google Shape;100;p2"/>
          <p:cNvSpPr txBox="1"/>
          <p:nvPr/>
        </p:nvSpPr>
        <p:spPr>
          <a:xfrm>
            <a:off x="7782925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교체 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39968" y="2773800"/>
            <a:ext cx="4002479" cy="225308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34186" y="2773800"/>
            <a:ext cx="3967432" cy="22205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2aae1d105_0_19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4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. </a:t>
            </a:r>
            <a:r>
              <a:rPr lang="ko-KR" altLang="en-US">
                <a:latin typeface="경기천년제목 Bold"/>
                <a:ea typeface="경기천년제목 Bold"/>
                <a:cs typeface="Arial"/>
                <a:sym typeface="Arial"/>
              </a:rPr>
              <a:t>게임 종료 버튼을 구현</a:t>
            </a:r>
            <a:endParaRPr lang="ko-KR" altLang="en-US"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pic>
        <p:nvPicPr>
          <p:cNvPr id="115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028825" y="1721783"/>
            <a:ext cx="8134350" cy="4591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2aae1d105_0_19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>
                <a:latin typeface="경기천년제목 Bold"/>
                <a:ea typeface="경기천년제목 Bold"/>
                <a:cs typeface="Arial"/>
                <a:sym typeface="Arial"/>
              </a:rPr>
              <a:t>5</a:t>
            </a:r>
            <a:r>
              <a:rPr lang="ko-KR">
                <a:latin typeface="경기천년제목 Bold"/>
                <a:ea typeface="경기천년제목 Bold"/>
                <a:cs typeface="Arial"/>
                <a:sym typeface="Arial"/>
              </a:rPr>
              <a:t>. 골드 올라가는 타이밍을 수정</a:t>
            </a:r>
            <a:endParaRPr lang="ko-KR">
              <a:latin typeface="경기천년제목 Bold"/>
              <a:ea typeface="경기천년제목 Bold"/>
              <a:cs typeface="Arial"/>
              <a:sym typeface="Arial"/>
            </a:endParaRPr>
          </a:p>
        </p:txBody>
      </p:sp>
      <p:pic>
        <p:nvPicPr>
          <p:cNvPr id="2" name="골드 올라가는 타이밍 수정 후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 rotWithShape="1">
          <a:blip r:embed="rId5"/>
          <a:stretch>
            <a:fillRect/>
          </a:stretch>
        </p:blipFill>
        <p:spPr>
          <a:xfrm>
            <a:off x="6196269" y="2689934"/>
            <a:ext cx="4911131" cy="2762511"/>
          </a:xfrm>
          <a:prstGeom prst="rect">
            <a:avLst/>
          </a:prstGeom>
        </p:spPr>
      </p:pic>
      <p:pic>
        <p:nvPicPr>
          <p:cNvPr id="4" name="골드 올라가는 타이밍 수정 전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 rotWithShape="1">
          <a:blip r:embed="rId8"/>
          <a:stretch>
            <a:fillRect/>
          </a:stretch>
        </p:blipFill>
        <p:spPr>
          <a:xfrm>
            <a:off x="542901" y="2689934"/>
            <a:ext cx="4911130" cy="2762511"/>
          </a:xfrm>
          <a:prstGeom prst="rect">
            <a:avLst/>
          </a:prstGeom>
        </p:spPr>
      </p:pic>
      <p:sp>
        <p:nvSpPr>
          <p:cNvPr id="5" name="Google Shape;100;p2"/>
          <p:cNvSpPr txBox="1"/>
          <p:nvPr/>
        </p:nvSpPr>
        <p:spPr>
          <a:xfrm>
            <a:off x="1571347" y="1903046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수정 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  <p:sp>
        <p:nvSpPr>
          <p:cNvPr id="6" name="Google Shape;100;p2"/>
          <p:cNvSpPr txBox="1"/>
          <p:nvPr/>
        </p:nvSpPr>
        <p:spPr>
          <a:xfrm>
            <a:off x="7294653" y="1903046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ct val="25000"/>
              <a:buFont typeface="Arial"/>
              <a:buNone/>
              <a:defRPr/>
            </a:pPr>
            <a:r>
              <a:rPr lang="ko-KR" altLang="en-US" sz="2500">
                <a:latin typeface="경기천년제목 Light"/>
                <a:ea typeface="경기천년제목 Light"/>
                <a:cs typeface="Arial"/>
                <a:sym typeface="Arial"/>
              </a:rPr>
              <a:t>수정 후</a:t>
            </a:r>
            <a:endParaRPr lang="ko-KR" altLang="en-US" sz="2500">
              <a:latin typeface="경기천년제목 Light"/>
              <a:ea typeface="경기천년제목 Light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/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/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171</ep:Words>
  <ep:PresentationFormat>와이드스크린</ep:PresentationFormat>
  <ep:Paragraphs>46</ep:Paragraphs>
  <ep:Slides>7</ep:Slides>
  <ep:Notes>7</ep:Notes>
  <ep:TotalTime>0</ep:TotalTime>
  <ep:HiddenSlides>0</ep:HiddenSlides>
  <ep:MMClips>2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ep:HeadingPairs>
  <ep:TitlesOfParts>
    <vt:vector size="8" baseType="lpstr">
      <vt:lpstr>Office 테마</vt:lpstr>
      <vt:lpstr>포지 프로그래밍 주간 브리핑</vt:lpstr>
      <vt:lpstr>1. NPC 대사 방식 수정</vt:lpstr>
      <vt:lpstr>2. 대사 줄바꿈 기능 추가</vt:lpstr>
      <vt:lpstr>3. UI 기획서에 맞춰  전반적인 이미지 교체 및 제거</vt:lpstr>
      <vt:lpstr>3. UI 기획서에 맞춰  전반적인 이미지 교체 및 제거</vt:lpstr>
      <vt:lpstr>4. 게임 종료 버튼을 구현</vt:lpstr>
      <vt:lpstr>5. 골드 올라가는 타이밍을 수정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2026-03-22T13:12:18.000</dcterms:created>
  <dc:creator>gyujin sim</dc:creator>
  <cp:lastModifiedBy>d-15</cp:lastModifiedBy>
  <dcterms:modified xsi:type="dcterms:W3CDTF">2026-06-29T05:41:29.215</dcterms:modified>
  <cp:revision>17</cp:revision>
  <dc:title>포지 프로그래밍 주간 브리핑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