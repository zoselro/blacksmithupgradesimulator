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" roundtripDataSignature="AMtx7mg5jK0tsyUjHupowbFYhKdAcPeT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customschemas.google.com/relationships/presentationmetadata" Target="metadata"/><Relationship Id="rId4" Type="http://schemas.openxmlformats.org/officeDocument/2006/relationships/slide" Target="slides/slide3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903d2f74b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88" name="Google Shape;88;g3e903d2f74b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2aae1d105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104" name="Google Shape;104;g3f2aae1d10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2aae1d105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104" name="Google Shape;104;g3f2aae1d10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48438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2aae1d10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111" name="Google Shape;111;g3f2aae1d10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2aae1d105_0_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g3f2aae1d105_0_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g3f2aae1d105_0_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g3f2aae1d105_0_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g3f2aae1d105_0_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" name="Google Shape;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07/relationships/media" Target="../media/media2.mp4"/><Relationship Id="rId7" Type="http://schemas.openxmlformats.org/officeDocument/2006/relationships/image" Target="../media/image9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1.xml"/><Relationship Id="rId4" Type="http://schemas.openxmlformats.org/officeDocument/2006/relationships/video" Target="../media/media2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ko-KR" dirty="0">
                <a:latin typeface="경기천년제목 Bold" panose="02020803020101020101" pitchFamily="18" charset="-127"/>
                <a:ea typeface="경기천년제목 Bold" panose="02020803020101020101" pitchFamily="18" charset="-127"/>
                <a:cs typeface="Arial"/>
                <a:sym typeface="Arial"/>
              </a:rPr>
              <a:t>포지</a:t>
            </a:r>
            <a:br>
              <a:rPr lang="ko-KR" dirty="0">
                <a:latin typeface="경기천년제목 Bold" panose="02020803020101020101" pitchFamily="18" charset="-127"/>
                <a:ea typeface="경기천년제목 Bold" panose="02020803020101020101" pitchFamily="18" charset="-127"/>
                <a:cs typeface="Arial"/>
                <a:sym typeface="Arial"/>
              </a:rPr>
            </a:br>
            <a:r>
              <a:rPr lang="ko-KR" dirty="0">
                <a:latin typeface="경기천년제목 Bold" panose="02020803020101020101" pitchFamily="18" charset="-127"/>
                <a:ea typeface="경기천년제목 Bold" panose="02020803020101020101" pitchFamily="18" charset="-127"/>
                <a:cs typeface="Arial"/>
                <a:sym typeface="Arial"/>
              </a:rPr>
              <a:t>프로그래밍 주간 브리핑</a:t>
            </a:r>
            <a:endParaRPr dirty="0">
              <a:latin typeface="경기천년제목 Bold" panose="02020803020101020101" pitchFamily="18" charset="-127"/>
              <a:ea typeface="경기천년제목 Bold" panose="02020803020101020101" pitchFamily="18" charset="-127"/>
              <a:cs typeface="Arial"/>
              <a:sym typeface="Arial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 dirty="0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25.06.29</a:t>
            </a:r>
            <a:endParaRPr dirty="0">
              <a:latin typeface="경기천년제목 Light" panose="02020403020101020101" pitchFamily="18" charset="-127"/>
              <a:ea typeface="경기천년제목 Light" panose="02020403020101020101" pitchFamily="18" charset="-127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 dirty="0" err="1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킬펫</a:t>
            </a:r>
            <a:endParaRPr dirty="0">
              <a:latin typeface="경기천년제목 Light" panose="02020403020101020101" pitchFamily="18" charset="-127"/>
              <a:ea typeface="경기천년제목 Light" panose="02020403020101020101" pitchFamily="18" charset="-127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903d2f74b_0_86"/>
          <p:cNvSpPr txBox="1">
            <a:spLocks noGrp="1"/>
          </p:cNvSpPr>
          <p:nvPr>
            <p:ph type="ctrTitle" idx="4294967295"/>
          </p:nvPr>
        </p:nvSpPr>
        <p:spPr>
          <a:xfrm>
            <a:off x="542900" y="694372"/>
            <a:ext cx="10564500" cy="8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/>
          <a:p>
            <a:pPr marL="457200" marR="0" lvl="0" indent="-5080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AutoNum type="arabicPeriod"/>
            </a:pPr>
            <a:r>
              <a:rPr lang="ko-KR" dirty="0" smtClean="0">
                <a:latin typeface="경기천년제목 Bold" panose="02020803020101020101" pitchFamily="18" charset="-127"/>
                <a:ea typeface="경기천년제목 Bold" panose="02020803020101020101" pitchFamily="18" charset="-127"/>
                <a:cs typeface="Arial"/>
                <a:sym typeface="Arial"/>
              </a:rPr>
              <a:t>NPC 대사 방식 수정</a:t>
            </a:r>
            <a:endParaRPr sz="4400" b="0" i="0" u="none" strike="noStrike" cap="none" dirty="0">
              <a:solidFill>
                <a:schemeClr val="dk1"/>
              </a:solidFill>
              <a:latin typeface="경기천년제목 Bold" panose="02020803020101020101" pitchFamily="18" charset="-127"/>
              <a:ea typeface="경기천년제목 Bold" panose="02020803020101020101" pitchFamily="18" charset="-127"/>
              <a:cs typeface="Arial"/>
              <a:sym typeface="Arial"/>
            </a:endParaRPr>
          </a:p>
        </p:txBody>
      </p:sp>
      <p:sp>
        <p:nvSpPr>
          <p:cNvPr id="91" name="Google Shape;91;g3e903d2f74b_0_86"/>
          <p:cNvSpPr txBox="1">
            <a:spLocks noGrp="1"/>
          </p:cNvSpPr>
          <p:nvPr>
            <p:ph type="ctrTitle" idx="4294967295"/>
          </p:nvPr>
        </p:nvSpPr>
        <p:spPr>
          <a:xfrm>
            <a:off x="909361" y="1789566"/>
            <a:ext cx="9831578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ko-KR" sz="2500" dirty="0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대사 방식을 </a:t>
            </a:r>
            <a:r>
              <a:rPr lang="ko-KR" sz="25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성별</a:t>
            </a:r>
            <a:r>
              <a:rPr lang="en-US" altLang="ko-KR" sz="25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 2</a:t>
            </a:r>
            <a:r>
              <a:rPr lang="ko-KR" altLang="en-US" sz="25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종</a:t>
            </a:r>
            <a:r>
              <a:rPr lang="ko-KR" sz="25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, </a:t>
            </a:r>
            <a:r>
              <a:rPr lang="ko-KR" sz="2500" dirty="0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성향 4종류 및 모험가 타입 3종류로 나누는 방식으로 대사스크립트 변경</a:t>
            </a:r>
            <a:endParaRPr sz="2500" b="0" i="0" u="none" strike="noStrike" cap="none" dirty="0">
              <a:solidFill>
                <a:schemeClr val="dk1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Arial"/>
              <a:sym typeface="Arial"/>
            </a:endParaRPr>
          </a:p>
        </p:txBody>
      </p:sp>
      <p:sp>
        <p:nvSpPr>
          <p:cNvPr id="92" name="Google Shape;92;g3e903d2f74b_0_86"/>
          <p:cNvSpPr txBox="1">
            <a:spLocks noGrp="1"/>
          </p:cNvSpPr>
          <p:nvPr>
            <p:ph type="ctrTitle" idx="4294967295"/>
          </p:nvPr>
        </p:nvSpPr>
        <p:spPr>
          <a:xfrm>
            <a:off x="1180200" y="3011100"/>
            <a:ext cx="3256500" cy="324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en-US" altLang="ko-KR" sz="2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/>
            </a:r>
            <a:br>
              <a:rPr lang="en-US" altLang="ko-KR" sz="2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</a:br>
            <a:r>
              <a:rPr lang="ko-KR" sz="2000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명량한</a:t>
            </a:r>
            <a:r>
              <a:rPr lang="ko-KR" sz="2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초급 </a:t>
            </a:r>
            <a:r>
              <a:rPr lang="ko-KR" sz="2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나이트 </a:t>
            </a:r>
            <a:endParaRPr sz="2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냉소적인 초급 나이트 </a:t>
            </a:r>
            <a:endParaRPr sz="2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ko-KR" sz="2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폭주적인</a:t>
            </a: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초급 나이트 </a:t>
            </a:r>
            <a:endParaRPr sz="2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ko-KR" sz="2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통찰적인</a:t>
            </a: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초급 나이트 </a:t>
            </a:r>
            <a:endParaRPr sz="2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endParaRPr sz="2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ko-KR" sz="2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명량한</a:t>
            </a: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숙련 프리스트 </a:t>
            </a:r>
            <a:endParaRPr sz="2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냉소적인 숙련 프리스트</a:t>
            </a:r>
            <a:endParaRPr sz="2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r>
              <a:rPr lang="ko-KR" sz="2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통찰적인</a:t>
            </a: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숙련 프리스트 </a:t>
            </a:r>
            <a:endParaRPr sz="2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ko-KR" sz="2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폭주적인</a:t>
            </a: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숙련 </a:t>
            </a:r>
            <a:r>
              <a:rPr lang="ko-KR" sz="2000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프리스트</a:t>
            </a:r>
            <a:endParaRPr sz="2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endParaRPr sz="2000" b="0" i="0" u="none" strike="noStrike" cap="none" dirty="0">
              <a:solidFill>
                <a:schemeClr val="dk1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  <a:cs typeface="Arial"/>
              <a:sym typeface="Arial"/>
            </a:endParaRPr>
          </a:p>
        </p:txBody>
      </p:sp>
      <p:sp>
        <p:nvSpPr>
          <p:cNvPr id="93" name="Google Shape;93;g3e903d2f74b_0_86"/>
          <p:cNvSpPr txBox="1">
            <a:spLocks noGrp="1"/>
          </p:cNvSpPr>
          <p:nvPr>
            <p:ph type="ctrTitle" idx="4294967295"/>
          </p:nvPr>
        </p:nvSpPr>
        <p:spPr>
          <a:xfrm>
            <a:off x="4805150" y="3011100"/>
            <a:ext cx="3256500" cy="300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endParaRPr sz="2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endParaRPr sz="2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r>
              <a:rPr lang="ko-KR" sz="2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명량한</a:t>
            </a: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초급 여자 헌터</a:t>
            </a:r>
            <a:endParaRPr sz="2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냉소적인 초급 여자 헌터</a:t>
            </a:r>
            <a:endParaRPr sz="2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r>
              <a:rPr lang="ko-KR" sz="2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통찰적인</a:t>
            </a: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초급 여자 헌터</a:t>
            </a:r>
            <a:endParaRPr sz="2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r>
              <a:rPr lang="ko-KR" sz="2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폭주적인</a:t>
            </a: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초급 여자 헌터</a:t>
            </a:r>
            <a:endParaRPr sz="2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endParaRPr sz="2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r>
              <a:rPr lang="ko-KR" sz="2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명량한</a:t>
            </a: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중급 여자 NPC</a:t>
            </a:r>
            <a:endParaRPr sz="2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냉소적인 중급 여자 NPC</a:t>
            </a:r>
            <a:endParaRPr sz="2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r>
              <a:rPr lang="ko-KR" sz="2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통찰적인</a:t>
            </a: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중급 여자 NPC</a:t>
            </a:r>
            <a:endParaRPr sz="2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r>
              <a:rPr lang="ko-KR" sz="2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폭주적인</a:t>
            </a: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중급 여자 NPC</a:t>
            </a: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  <a:cs typeface="Arial"/>
                <a:sym typeface="Arial"/>
              </a:rPr>
              <a:t> </a:t>
            </a:r>
            <a:endParaRPr sz="2000" b="0" i="0" u="none" strike="noStrike" cap="none" dirty="0">
              <a:solidFill>
                <a:schemeClr val="dk1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  <a:cs typeface="Arial"/>
              <a:sym typeface="Arial"/>
            </a:endParaRPr>
          </a:p>
        </p:txBody>
      </p:sp>
      <p:sp>
        <p:nvSpPr>
          <p:cNvPr id="94" name="Google Shape;94;g3e903d2f74b_0_86"/>
          <p:cNvSpPr txBox="1">
            <a:spLocks noGrp="1"/>
          </p:cNvSpPr>
          <p:nvPr>
            <p:ph type="ctrTitle" idx="4294967295"/>
          </p:nvPr>
        </p:nvSpPr>
        <p:spPr>
          <a:xfrm>
            <a:off x="8430100" y="3011100"/>
            <a:ext cx="3256500" cy="300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endParaRPr sz="2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endParaRPr sz="2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r>
              <a:rPr lang="ko-KR" sz="2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명량한</a:t>
            </a: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초급 남자 </a:t>
            </a:r>
            <a:r>
              <a:rPr lang="ko-KR" sz="2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시프</a:t>
            </a:r>
            <a:endParaRPr sz="2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냉소적인 초급 남자 </a:t>
            </a:r>
            <a:r>
              <a:rPr lang="ko-KR" sz="2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시프</a:t>
            </a:r>
            <a:endParaRPr sz="2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r>
              <a:rPr lang="ko-KR" sz="2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통찰적인</a:t>
            </a: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초급 남자 </a:t>
            </a:r>
            <a:r>
              <a:rPr lang="ko-KR" sz="2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시프</a:t>
            </a:r>
            <a:endParaRPr sz="2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r>
              <a:rPr lang="ko-KR" sz="2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폭주적인</a:t>
            </a: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초급 남자 </a:t>
            </a:r>
            <a:r>
              <a:rPr lang="ko-KR" sz="2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시프</a:t>
            </a:r>
            <a:endParaRPr sz="2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endParaRPr sz="2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r>
              <a:rPr lang="ko-KR" sz="2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명량한</a:t>
            </a: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숙련 남자 </a:t>
            </a:r>
            <a:r>
              <a:rPr lang="ko-KR" sz="2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시프</a:t>
            </a:r>
            <a:endParaRPr sz="2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냉소적인 숙련 남자 </a:t>
            </a:r>
            <a:r>
              <a:rPr lang="ko-KR" sz="2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시프</a:t>
            </a:r>
            <a:endParaRPr sz="2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r>
              <a:rPr lang="ko-KR" sz="2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통찰적인</a:t>
            </a: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숙련 남자 </a:t>
            </a:r>
            <a:r>
              <a:rPr lang="ko-KR" sz="2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시프</a:t>
            </a:r>
            <a:endParaRPr sz="20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r>
              <a:rPr lang="ko-KR" sz="2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폭주적인</a:t>
            </a:r>
            <a:r>
              <a:rPr lang="ko-KR" sz="20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숙련 남자 </a:t>
            </a:r>
            <a:r>
              <a:rPr lang="ko-KR" sz="20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시프</a:t>
            </a:r>
            <a:endParaRPr sz="2000" b="0" i="0" u="none" strike="noStrike" cap="none" dirty="0">
              <a:solidFill>
                <a:schemeClr val="dk1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>
            <a:spLocks noGrp="1"/>
          </p:cNvSpPr>
          <p:nvPr>
            <p:ph type="ctrTitle" idx="4294967295"/>
          </p:nvPr>
        </p:nvSpPr>
        <p:spPr>
          <a:xfrm>
            <a:off x="542900" y="694372"/>
            <a:ext cx="10564500" cy="8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>
                <a:latin typeface="경기천년제목 Bold" panose="02020803020101020101" pitchFamily="18" charset="-127"/>
                <a:ea typeface="경기천년제목 Bold" panose="02020803020101020101" pitchFamily="18" charset="-127"/>
                <a:cs typeface="Arial"/>
                <a:sym typeface="Arial"/>
              </a:rPr>
              <a:t>2. 대사 </a:t>
            </a:r>
            <a:r>
              <a:rPr lang="ko-KR" dirty="0" err="1">
                <a:latin typeface="경기천년제목 Bold" panose="02020803020101020101" pitchFamily="18" charset="-127"/>
                <a:ea typeface="경기천년제목 Bold" panose="02020803020101020101" pitchFamily="18" charset="-127"/>
                <a:cs typeface="Arial"/>
                <a:sym typeface="Arial"/>
              </a:rPr>
              <a:t>줄바꿈</a:t>
            </a:r>
            <a:r>
              <a:rPr lang="ko-KR" dirty="0">
                <a:latin typeface="경기천년제목 Bold" panose="02020803020101020101" pitchFamily="18" charset="-127"/>
                <a:ea typeface="경기천년제목 Bold" panose="02020803020101020101" pitchFamily="18" charset="-127"/>
                <a:cs typeface="Arial"/>
                <a:sym typeface="Arial"/>
              </a:rPr>
              <a:t> 기능 추가</a:t>
            </a:r>
            <a:endParaRPr sz="4400" b="0" i="0" u="none" strike="noStrike" cap="none" dirty="0">
              <a:solidFill>
                <a:schemeClr val="dk1"/>
              </a:solidFill>
              <a:latin typeface="경기천년제목 Bold" panose="02020803020101020101" pitchFamily="18" charset="-127"/>
              <a:ea typeface="경기천년제목 Bold" panose="02020803020101020101" pitchFamily="18" charset="-127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ctrTitle" idx="4294967295"/>
          </p:nvPr>
        </p:nvSpPr>
        <p:spPr>
          <a:xfrm>
            <a:off x="909350" y="1704974"/>
            <a:ext cx="9831600" cy="586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ko-KR" sz="2500" dirty="0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대사의 마침표(.)와 느낌표(!)</a:t>
            </a:r>
            <a:r>
              <a:rPr lang="ko-KR" sz="2500" dirty="0" err="1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를</a:t>
            </a:r>
            <a:r>
              <a:rPr lang="ko-KR" sz="2500" dirty="0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 기준으로 </a:t>
            </a:r>
            <a:r>
              <a:rPr lang="ko-KR" sz="2500" dirty="0" err="1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줄바꿈이</a:t>
            </a:r>
            <a:r>
              <a:rPr lang="ko-KR" sz="2500" dirty="0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 되도록 </a:t>
            </a:r>
            <a:r>
              <a:rPr lang="ko-KR" sz="25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변경.</a:t>
            </a:r>
            <a:endParaRPr sz="2500" b="0" i="0" u="none" strike="noStrike" cap="none" dirty="0">
              <a:solidFill>
                <a:schemeClr val="dk1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Arial"/>
              <a:sym typeface="Arial"/>
            </a:endParaRPr>
          </a:p>
        </p:txBody>
      </p:sp>
      <p:pic>
        <p:nvPicPr>
          <p:cNvPr id="101" name="Google Shape;10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0825" y="3005451"/>
            <a:ext cx="5314250" cy="29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00" y="3005451"/>
            <a:ext cx="5286945" cy="2981000"/>
          </a:xfrm>
          <a:prstGeom prst="rect">
            <a:avLst/>
          </a:prstGeom>
        </p:spPr>
      </p:pic>
      <p:sp>
        <p:nvSpPr>
          <p:cNvPr id="6" name="Google Shape;100;p2"/>
          <p:cNvSpPr txBox="1">
            <a:spLocks/>
          </p:cNvSpPr>
          <p:nvPr/>
        </p:nvSpPr>
        <p:spPr>
          <a:xfrm>
            <a:off x="2032986" y="2486057"/>
            <a:ext cx="2716567" cy="460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00"/>
              <a:buFont typeface="Arial"/>
              <a:buNone/>
            </a:pPr>
            <a:r>
              <a:rPr lang="ko-KR" altLang="en-US" sz="25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수정</a:t>
            </a:r>
            <a:r>
              <a:rPr lang="ko-KR" altLang="en-US" sz="25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 </a:t>
            </a:r>
            <a:r>
              <a:rPr lang="ko-KR" altLang="en-US" sz="25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전</a:t>
            </a:r>
            <a:endParaRPr lang="ko-KR" altLang="en-US" sz="2500" dirty="0">
              <a:latin typeface="경기천년제목 Light" panose="02020403020101020101" pitchFamily="18" charset="-127"/>
              <a:ea typeface="경기천년제목 Light" panose="02020403020101020101" pitchFamily="18" charset="-127"/>
              <a:cs typeface="Arial"/>
              <a:sym typeface="Arial"/>
            </a:endParaRPr>
          </a:p>
        </p:txBody>
      </p:sp>
      <p:sp>
        <p:nvSpPr>
          <p:cNvPr id="7" name="Google Shape;100;p2"/>
          <p:cNvSpPr txBox="1">
            <a:spLocks/>
          </p:cNvSpPr>
          <p:nvPr/>
        </p:nvSpPr>
        <p:spPr>
          <a:xfrm>
            <a:off x="7756292" y="2486057"/>
            <a:ext cx="2716567" cy="460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00"/>
              <a:buFont typeface="Arial"/>
              <a:buNone/>
            </a:pPr>
            <a:r>
              <a:rPr lang="ko-KR" altLang="en-US" sz="25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수정</a:t>
            </a:r>
            <a:r>
              <a:rPr lang="ko-KR" altLang="en-US" sz="25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 </a:t>
            </a:r>
            <a:r>
              <a:rPr lang="ko-KR" altLang="en-US" sz="25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후</a:t>
            </a:r>
            <a:endParaRPr lang="ko-KR" altLang="en-US" sz="2500" dirty="0">
              <a:latin typeface="경기천년제목 Light" panose="02020403020101020101" pitchFamily="18" charset="-127"/>
              <a:ea typeface="경기천년제목 Light" panose="02020403020101020101" pitchFamily="18" charset="-127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2aae1d105_0_8"/>
          <p:cNvSpPr txBox="1">
            <a:spLocks noGrp="1"/>
          </p:cNvSpPr>
          <p:nvPr>
            <p:ph type="ctrTitle" idx="4294967295"/>
          </p:nvPr>
        </p:nvSpPr>
        <p:spPr>
          <a:xfrm>
            <a:off x="542900" y="694372"/>
            <a:ext cx="10564500" cy="8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>
                <a:latin typeface="경기천년제목 Bold" panose="02020803020101020101" pitchFamily="18" charset="-127"/>
                <a:ea typeface="경기천년제목 Bold" panose="02020803020101020101" pitchFamily="18" charset="-127"/>
                <a:cs typeface="Arial"/>
                <a:sym typeface="Arial"/>
              </a:rPr>
              <a:t>3. UI 기획서에 맞춰 </a:t>
            </a:r>
            <a:endParaRPr dirty="0">
              <a:latin typeface="경기천년제목 Bold" panose="02020803020101020101" pitchFamily="18" charset="-127"/>
              <a:ea typeface="경기천년제목 Bold" panose="02020803020101020101" pitchFamily="18" charset="-127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>
                <a:latin typeface="경기천년제목 Bold" panose="02020803020101020101" pitchFamily="18" charset="-127"/>
                <a:ea typeface="경기천년제목 Bold" panose="02020803020101020101" pitchFamily="18" charset="-127"/>
                <a:cs typeface="Arial"/>
                <a:sym typeface="Arial"/>
              </a:rPr>
              <a:t>전반적인 이미지 교체 및 제거</a:t>
            </a:r>
            <a:endParaRPr sz="4400" b="0" i="0" u="none" strike="noStrike" cap="none" dirty="0">
              <a:solidFill>
                <a:schemeClr val="dk1"/>
              </a:solidFill>
              <a:latin typeface="경기천년제목 Bold" panose="02020803020101020101" pitchFamily="18" charset="-127"/>
              <a:ea typeface="경기천년제목 Bold" panose="02020803020101020101" pitchFamily="18" charset="-127"/>
              <a:cs typeface="Arial"/>
              <a:sym typeface="Arial"/>
            </a:endParaRPr>
          </a:p>
        </p:txBody>
      </p:sp>
      <p:pic>
        <p:nvPicPr>
          <p:cNvPr id="107" name="Google Shape;107;g3f2aae1d105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1661" y="2388920"/>
            <a:ext cx="3379096" cy="1911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g3f2aae1d105_0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1662" y="4561705"/>
            <a:ext cx="3379095" cy="1902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7607" y="2388920"/>
            <a:ext cx="3379095" cy="191125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7608" y="4561705"/>
            <a:ext cx="3379095" cy="1888319"/>
          </a:xfrm>
          <a:prstGeom prst="rect">
            <a:avLst/>
          </a:prstGeom>
        </p:spPr>
      </p:pic>
      <p:sp>
        <p:nvSpPr>
          <p:cNvPr id="8" name="Google Shape;100;p2"/>
          <p:cNvSpPr txBox="1">
            <a:spLocks/>
          </p:cNvSpPr>
          <p:nvPr/>
        </p:nvSpPr>
        <p:spPr>
          <a:xfrm>
            <a:off x="2059619" y="1838504"/>
            <a:ext cx="2716567" cy="460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00"/>
              <a:buFont typeface="Arial"/>
              <a:buNone/>
            </a:pPr>
            <a:r>
              <a:rPr lang="ko-KR" altLang="en-US" sz="25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교체 전</a:t>
            </a:r>
            <a:endParaRPr lang="ko-KR" altLang="en-US" sz="2500" dirty="0">
              <a:latin typeface="경기천년제목 Light" panose="02020403020101020101" pitchFamily="18" charset="-127"/>
              <a:ea typeface="경기천년제목 Light" panose="02020403020101020101" pitchFamily="18" charset="-127"/>
              <a:cs typeface="Arial"/>
              <a:sym typeface="Arial"/>
            </a:endParaRPr>
          </a:p>
        </p:txBody>
      </p:sp>
      <p:sp>
        <p:nvSpPr>
          <p:cNvPr id="9" name="Google Shape;100;p2"/>
          <p:cNvSpPr txBox="1">
            <a:spLocks/>
          </p:cNvSpPr>
          <p:nvPr/>
        </p:nvSpPr>
        <p:spPr>
          <a:xfrm>
            <a:off x="7782925" y="1838504"/>
            <a:ext cx="2716567" cy="460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00"/>
              <a:buFont typeface="Arial"/>
              <a:buNone/>
            </a:pPr>
            <a:r>
              <a:rPr lang="ko-KR" altLang="en-US" sz="25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교체 후</a:t>
            </a:r>
            <a:endParaRPr lang="ko-KR" altLang="en-US" sz="2500" dirty="0">
              <a:latin typeface="경기천년제목 Light" panose="02020403020101020101" pitchFamily="18" charset="-127"/>
              <a:ea typeface="경기천년제목 Light" panose="02020403020101020101" pitchFamily="18" charset="-127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2aae1d105_0_8"/>
          <p:cNvSpPr txBox="1">
            <a:spLocks noGrp="1"/>
          </p:cNvSpPr>
          <p:nvPr>
            <p:ph type="ctrTitle" idx="4294967295"/>
          </p:nvPr>
        </p:nvSpPr>
        <p:spPr>
          <a:xfrm>
            <a:off x="542900" y="694372"/>
            <a:ext cx="10564500" cy="8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>
                <a:latin typeface="경기천년제목 Bold" panose="02020803020101020101" pitchFamily="18" charset="-127"/>
                <a:ea typeface="경기천년제목 Bold" panose="02020803020101020101" pitchFamily="18" charset="-127"/>
                <a:cs typeface="Arial"/>
                <a:sym typeface="Arial"/>
              </a:rPr>
              <a:t>3. UI 기획서에 맞춰 </a:t>
            </a:r>
            <a:endParaRPr dirty="0">
              <a:latin typeface="경기천년제목 Bold" panose="02020803020101020101" pitchFamily="18" charset="-127"/>
              <a:ea typeface="경기천년제목 Bold" panose="02020803020101020101" pitchFamily="18" charset="-127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>
                <a:latin typeface="경기천년제목 Bold" panose="02020803020101020101" pitchFamily="18" charset="-127"/>
                <a:ea typeface="경기천년제목 Bold" panose="02020803020101020101" pitchFamily="18" charset="-127"/>
                <a:cs typeface="Arial"/>
                <a:sym typeface="Arial"/>
              </a:rPr>
              <a:t>전반적인 이미지 교체 및 제거</a:t>
            </a:r>
            <a:endParaRPr sz="4400" b="0" i="0" u="none" strike="noStrike" cap="none" dirty="0">
              <a:solidFill>
                <a:schemeClr val="dk1"/>
              </a:solidFill>
              <a:latin typeface="경기천년제목 Bold" panose="02020803020101020101" pitchFamily="18" charset="-127"/>
              <a:ea typeface="경기천년제목 Bold" panose="02020803020101020101" pitchFamily="18" charset="-127"/>
              <a:cs typeface="Arial"/>
              <a:sym typeface="Arial"/>
            </a:endParaRPr>
          </a:p>
        </p:txBody>
      </p:sp>
      <p:sp>
        <p:nvSpPr>
          <p:cNvPr id="8" name="Google Shape;100;p2"/>
          <p:cNvSpPr txBox="1">
            <a:spLocks/>
          </p:cNvSpPr>
          <p:nvPr/>
        </p:nvSpPr>
        <p:spPr>
          <a:xfrm>
            <a:off x="2059619" y="1838504"/>
            <a:ext cx="2716567" cy="460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00"/>
              <a:buFont typeface="Arial"/>
              <a:buNone/>
            </a:pPr>
            <a:r>
              <a:rPr lang="ko-KR" altLang="en-US" sz="25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교체 전</a:t>
            </a:r>
            <a:endParaRPr lang="ko-KR" altLang="en-US" sz="2500" dirty="0">
              <a:latin typeface="경기천년제목 Light" panose="02020403020101020101" pitchFamily="18" charset="-127"/>
              <a:ea typeface="경기천년제목 Light" panose="02020403020101020101" pitchFamily="18" charset="-127"/>
              <a:cs typeface="Arial"/>
              <a:sym typeface="Arial"/>
            </a:endParaRPr>
          </a:p>
        </p:txBody>
      </p:sp>
      <p:sp>
        <p:nvSpPr>
          <p:cNvPr id="9" name="Google Shape;100;p2"/>
          <p:cNvSpPr txBox="1">
            <a:spLocks/>
          </p:cNvSpPr>
          <p:nvPr/>
        </p:nvSpPr>
        <p:spPr>
          <a:xfrm>
            <a:off x="7782925" y="1838504"/>
            <a:ext cx="2716567" cy="460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00"/>
              <a:buFont typeface="Arial"/>
              <a:buNone/>
            </a:pPr>
            <a:r>
              <a:rPr lang="ko-KR" altLang="en-US" sz="25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교체 후</a:t>
            </a:r>
            <a:endParaRPr lang="ko-KR" altLang="en-US" sz="2500" dirty="0">
              <a:latin typeface="경기천년제목 Light" panose="02020403020101020101" pitchFamily="18" charset="-127"/>
              <a:ea typeface="경기천년제목 Light" panose="02020403020101020101" pitchFamily="18" charset="-127"/>
              <a:cs typeface="Arial"/>
              <a:sym typeface="Arial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9968" y="2773800"/>
            <a:ext cx="4002479" cy="225308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4186" y="2773800"/>
            <a:ext cx="3967432" cy="2220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080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2aae1d105_0_19"/>
          <p:cNvSpPr txBox="1">
            <a:spLocks noGrp="1"/>
          </p:cNvSpPr>
          <p:nvPr>
            <p:ph type="ctrTitle" idx="4294967295"/>
          </p:nvPr>
        </p:nvSpPr>
        <p:spPr>
          <a:xfrm>
            <a:off x="542900" y="694372"/>
            <a:ext cx="10564500" cy="8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 smtClean="0">
                <a:latin typeface="경기천년제목 Bold" panose="02020803020101020101" pitchFamily="18" charset="-127"/>
                <a:ea typeface="경기천년제목 Bold" panose="02020803020101020101" pitchFamily="18" charset="-127"/>
                <a:cs typeface="Arial"/>
                <a:sym typeface="Arial"/>
              </a:rPr>
              <a:t>4. 골드 올라가는 타이밍을 수정</a:t>
            </a:r>
            <a:endParaRPr sz="4400" b="0" i="0" u="none" strike="noStrike" cap="none" dirty="0">
              <a:solidFill>
                <a:schemeClr val="dk1"/>
              </a:solidFill>
              <a:latin typeface="경기천년제목 Bold" panose="02020803020101020101" pitchFamily="18" charset="-127"/>
              <a:ea typeface="경기천년제목 Bold" panose="02020803020101020101" pitchFamily="18" charset="-127"/>
              <a:cs typeface="Arial"/>
              <a:sym typeface="Arial"/>
            </a:endParaRPr>
          </a:p>
        </p:txBody>
      </p:sp>
      <p:pic>
        <p:nvPicPr>
          <p:cNvPr id="2" name="골드 올라가는 타이밍 수정 후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196269" y="2689934"/>
            <a:ext cx="4911131" cy="2762511"/>
          </a:xfrm>
          <a:prstGeom prst="rect">
            <a:avLst/>
          </a:prstGeom>
        </p:spPr>
      </p:pic>
      <p:pic>
        <p:nvPicPr>
          <p:cNvPr id="4" name="골드 올라가는 타이밍 수정 전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42901" y="2689934"/>
            <a:ext cx="4911130" cy="2762511"/>
          </a:xfrm>
          <a:prstGeom prst="rect">
            <a:avLst/>
          </a:prstGeom>
        </p:spPr>
      </p:pic>
      <p:sp>
        <p:nvSpPr>
          <p:cNvPr id="5" name="Google Shape;100;p2"/>
          <p:cNvSpPr txBox="1">
            <a:spLocks/>
          </p:cNvSpPr>
          <p:nvPr/>
        </p:nvSpPr>
        <p:spPr>
          <a:xfrm>
            <a:off x="1571347" y="1903046"/>
            <a:ext cx="2716567" cy="460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00"/>
              <a:buFont typeface="Arial"/>
              <a:buNone/>
            </a:pPr>
            <a:r>
              <a:rPr lang="ko-KR" altLang="en-US" sz="25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수정</a:t>
            </a:r>
            <a:r>
              <a:rPr lang="ko-KR" altLang="en-US" sz="25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 </a:t>
            </a:r>
            <a:r>
              <a:rPr lang="ko-KR" altLang="en-US" sz="25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전</a:t>
            </a:r>
            <a:endParaRPr lang="ko-KR" altLang="en-US" sz="2500" dirty="0">
              <a:latin typeface="경기천년제목 Light" panose="02020403020101020101" pitchFamily="18" charset="-127"/>
              <a:ea typeface="경기천년제목 Light" panose="02020403020101020101" pitchFamily="18" charset="-127"/>
              <a:cs typeface="Arial"/>
              <a:sym typeface="Arial"/>
            </a:endParaRPr>
          </a:p>
        </p:txBody>
      </p:sp>
      <p:sp>
        <p:nvSpPr>
          <p:cNvPr id="6" name="Google Shape;100;p2"/>
          <p:cNvSpPr txBox="1">
            <a:spLocks/>
          </p:cNvSpPr>
          <p:nvPr/>
        </p:nvSpPr>
        <p:spPr>
          <a:xfrm>
            <a:off x="7294653" y="1903046"/>
            <a:ext cx="2716567" cy="460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00"/>
              <a:buFont typeface="Arial"/>
              <a:buNone/>
            </a:pPr>
            <a:r>
              <a:rPr lang="ko-KR" altLang="en-US" sz="25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수정</a:t>
            </a:r>
            <a:r>
              <a:rPr lang="ko-KR" altLang="en-US" sz="25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 </a:t>
            </a:r>
            <a:r>
              <a:rPr lang="ko-KR" altLang="en-US" sz="25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Arial"/>
                <a:sym typeface="Arial"/>
              </a:rPr>
              <a:t>후</a:t>
            </a:r>
            <a:endParaRPr lang="ko-KR" altLang="en-US" sz="2500" dirty="0">
              <a:latin typeface="경기천년제목 Light" panose="02020403020101020101" pitchFamily="18" charset="-127"/>
              <a:ea typeface="경기천년제목 Light" panose="02020403020101020101" pitchFamily="18" charset="-127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165</Words>
  <Application>Microsoft Office PowerPoint</Application>
  <PresentationFormat>와이드스크린</PresentationFormat>
  <Paragraphs>52</Paragraphs>
  <Slides>6</Slides>
  <Notes>6</Notes>
  <HiddenSlides>0</HiddenSlides>
  <MMClips>2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경기천년바탕 Regular</vt:lpstr>
      <vt:lpstr>경기천년제목 Bold</vt:lpstr>
      <vt:lpstr>경기천년제목 Light</vt:lpstr>
      <vt:lpstr>Malgun Gothic</vt:lpstr>
      <vt:lpstr>Arial</vt:lpstr>
      <vt:lpstr>Office 테마</vt:lpstr>
      <vt:lpstr>포지 프로그래밍 주간 브리핑</vt:lpstr>
      <vt:lpstr>NPC 대사 방식 수정</vt:lpstr>
      <vt:lpstr>2. 대사 줄바꿈 기능 추가</vt:lpstr>
      <vt:lpstr>3. UI 기획서에 맞춰  전반적인 이미지 교체 및 제거</vt:lpstr>
      <vt:lpstr>3. UI 기획서에 맞춰  전반적인 이미지 교체 및 제거</vt:lpstr>
      <vt:lpstr>4. 골드 올라가는 타이밍을 수정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포지 프로그래밍 주간 브리핑</dc:title>
  <dc:creator>gyujin sim</dc:creator>
  <cp:lastModifiedBy>gyujin sim</cp:lastModifiedBy>
  <cp:revision>7</cp:revision>
  <dcterms:created xsi:type="dcterms:W3CDTF">2026-03-22T13:12:18Z</dcterms:created>
  <dcterms:modified xsi:type="dcterms:W3CDTF">2026-06-29T00:38:24Z</dcterms:modified>
</cp:coreProperties>
</file>