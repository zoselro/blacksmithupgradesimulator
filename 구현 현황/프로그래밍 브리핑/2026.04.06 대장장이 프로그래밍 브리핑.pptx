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0" r:id="rId1"/>
  </p:sldMasterIdLst>
  <p:notesMasterIdLst>
    <p:notesMasterId r:id="rId2"/>
  </p:notes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14" y="10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DBA75A7-7109-4FA4-8BD8-62F5D55D8191}" type="datetime1">
              <a:rPr lang="ko-KR" altLang="en-US"/>
              <a:pPr lvl="0"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2BBF5E36-8271-4B56-8AFE-41D3A3C6592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8" name="Google Shape;88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9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62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3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6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96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09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5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13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7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95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64156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63203-047E-4C5F-9CE6-2864C5C355AE}" type="datetimeFigureOut">
              <a:rPr lang="ko-KR" altLang="en-US" smtClean="0"/>
              <a:t>2026-04-05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49C0D-8EBF-40D0-B059-8CDE1729AA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86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포지</a:t>
            </a:r>
            <a:br>
              <a:rPr lang="ko-KR">
                <a:latin typeface="Arial"/>
                <a:ea typeface="Arial"/>
                <a:cs typeface="Arial"/>
                <a:sym typeface="Arial"/>
              </a:rPr>
            </a:br>
            <a:r>
              <a:rPr lang="ko-KR">
                <a:latin typeface="Arial"/>
                <a:ea typeface="Arial"/>
                <a:cs typeface="Arial"/>
                <a:sym typeface="Arial"/>
              </a:rPr>
              <a:t>프로그래밍 주간 브리핑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 dirty="0" smtClean="0">
                <a:latin typeface="Arial"/>
                <a:ea typeface="Arial"/>
                <a:cs typeface="Arial"/>
                <a:sym typeface="Arial"/>
              </a:rPr>
              <a:t>25.0</a:t>
            </a:r>
            <a:r>
              <a:rPr lang="en-US" altLang="ko-KR" dirty="0" smtClean="0"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ko-KR" dirty="0" smtClean="0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altLang="ko-KR" dirty="0" smtClean="0">
                <a:latin typeface="Arial"/>
                <a:ea typeface="Arial"/>
                <a:cs typeface="Arial"/>
                <a:sym typeface="Arial"/>
              </a:rPr>
              <a:t>06</a:t>
            </a:r>
            <a:endParaRPr lang="ko-KR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 dirty="0" err="1">
                <a:latin typeface="Arial"/>
                <a:ea typeface="Arial"/>
                <a:cs typeface="Arial"/>
                <a:sym typeface="Arial"/>
              </a:rPr>
              <a:t>킬펫</a:t>
            </a:r>
            <a:endParaRPr lang="ko-KR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968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 idx="0"/>
          </p:nvPr>
        </p:nvSpPr>
        <p:spPr>
          <a:xfrm>
            <a:off x="1524000" y="184338"/>
            <a:ext cx="9144000" cy="79695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 altLang="en-US" sz="4400">
                <a:latin typeface="경기천년제목 Bold"/>
                <a:ea typeface="경기천년제목 Bold"/>
                <a:cs typeface="Arial"/>
                <a:sym typeface="Arial"/>
              </a:rPr>
              <a:t>대사 처리 방식 개선</a:t>
            </a:r>
            <a:endParaRPr sz="4400"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81543" y="2598024"/>
            <a:ext cx="4060271" cy="2072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>
              <a:buFontTx/>
              <a:buChar char="-"/>
              <a:defRPr/>
            </a:pPr>
            <a:r>
              <a:rPr lang="ko-KR" altLang="en-US" sz="1600">
                <a:latin typeface="경기천년제목 Light"/>
                <a:ea typeface="경기천년제목 Light"/>
              </a:rPr>
              <a:t>대화를 새로 생성 </a:t>
            </a:r>
            <a:r>
              <a:rPr lang="en-US" altLang="ko-KR" sz="1600">
                <a:latin typeface="경기천년제목 Light"/>
                <a:ea typeface="경기천년제목 Light"/>
              </a:rPr>
              <a:t>-&gt;</a:t>
            </a:r>
            <a:endParaRPr lang="ko-KR" altLang="en-US" sz="1600">
              <a:latin typeface="경기천년제목 Light"/>
              <a:ea typeface="경기천년제목 Light"/>
            </a:endParaRPr>
          </a:p>
          <a:p>
            <a:pPr marL="0" indent="0">
              <a:buFontTx/>
              <a:buNone/>
              <a:defRPr/>
            </a:pPr>
            <a:r>
              <a:rPr lang="ko-KR" altLang="en-US" sz="1600">
                <a:latin typeface="경기천년제목 Light"/>
                <a:ea typeface="경기천년제목 Light"/>
              </a:rPr>
              <a:t>	사용 후 바로 버림 </a:t>
            </a:r>
            <a:r>
              <a:rPr lang="en-US" altLang="ko-KR" sz="1600">
                <a:latin typeface="경기천년제목 Light"/>
                <a:ea typeface="경기천년제목 Light"/>
              </a:rPr>
              <a:t>-&gt; </a:t>
            </a:r>
            <a:r>
              <a:rPr lang="ko-KR" altLang="en-US" sz="1600">
                <a:latin typeface="경기천년제목 Light"/>
                <a:ea typeface="경기천년제목 Light"/>
              </a:rPr>
              <a:t>쓰레기 증가</a:t>
            </a:r>
            <a:endParaRPr lang="ko-KR" altLang="en-US" sz="1600">
              <a:latin typeface="경기천년제목 Light"/>
              <a:ea typeface="경기천년제목 Light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600">
                <a:latin typeface="경기천년제목 Light"/>
                <a:ea typeface="경기천년제목 Light"/>
              </a:rPr>
              <a:t>쓰레기가 쌓이면 정리 발생 </a:t>
            </a:r>
            <a:endParaRPr lang="ko-KR" altLang="en-US" sz="1600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en-US" altLang="ko-KR" sz="1600">
                <a:latin typeface="경기천년제목 Light"/>
                <a:ea typeface="경기천년제목 Light"/>
              </a:rPr>
              <a:t>	-&gt; </a:t>
            </a:r>
            <a:r>
              <a:rPr lang="ko-KR" altLang="en-US" sz="1600">
                <a:latin typeface="경기천년제목 Light"/>
                <a:ea typeface="경기천년제목 Light"/>
              </a:rPr>
              <a:t>정리 과정에서 게임 끊김 발생</a:t>
            </a:r>
            <a:endParaRPr lang="ko-KR" altLang="en-US" sz="1600">
              <a:latin typeface="경기천년제목 Light"/>
              <a:ea typeface="경기천년제목 Light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81543" y="2598024"/>
            <a:ext cx="4060271" cy="402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기존 방식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250185" y="2598024"/>
            <a:ext cx="4060271" cy="2072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>
              <a:buFontTx/>
              <a:buChar char="-"/>
              <a:defRPr/>
            </a:pPr>
            <a:r>
              <a:rPr lang="ko-KR" altLang="en-US" sz="1600">
                <a:latin typeface="경기천년제목 Light"/>
                <a:ea typeface="경기천년제목 Light"/>
              </a:rPr>
              <a:t>미리 여러 개 준비</a:t>
            </a:r>
            <a:endParaRPr lang="ko-KR" altLang="en-US" sz="1600">
              <a:latin typeface="경기천년제목 Light"/>
              <a:ea typeface="경기천년제목 Light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600">
                <a:latin typeface="경기천년제목 Light"/>
                <a:ea typeface="경기천년제목 Light"/>
              </a:rPr>
              <a:t>필요할 때 꺼내서 내용만 변경</a:t>
            </a:r>
            <a:endParaRPr lang="ko-KR" altLang="en-US" sz="1600">
              <a:latin typeface="경기천년제목 Light"/>
              <a:ea typeface="경기천년제목 Light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600">
                <a:latin typeface="경기천년제목 Light"/>
                <a:ea typeface="경기천년제목 Light"/>
              </a:rPr>
              <a:t>재사용 </a:t>
            </a:r>
            <a:r>
              <a:rPr lang="en-US" altLang="ko-KR" sz="1600">
                <a:latin typeface="경기천년제목 Light"/>
                <a:ea typeface="경기천년제목 Light"/>
              </a:rPr>
              <a:t>-&gt; </a:t>
            </a:r>
            <a:r>
              <a:rPr lang="ko-KR" altLang="en-US" sz="1600">
                <a:latin typeface="경기천년제목 Light"/>
                <a:ea typeface="경기천년제목 Light"/>
              </a:rPr>
              <a:t>끊김 없이 부드럽게 진행</a:t>
            </a:r>
            <a:endParaRPr lang="en-US" altLang="ko-KR" sz="1600">
              <a:latin typeface="경기천년제목 Light"/>
              <a:ea typeface="경기천년제목 Light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250185" y="2598024"/>
            <a:ext cx="4060271" cy="402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개선된 방식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5559104" y="3207448"/>
            <a:ext cx="1073791" cy="85323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5" name="직사각형 9"/>
          <p:cNvSpPr/>
          <p:nvPr/>
        </p:nvSpPr>
        <p:spPr>
          <a:xfrm>
            <a:off x="1693434" y="1392228"/>
            <a:ext cx="8805132" cy="402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경기천년바탕 Bold"/>
                <a:ea typeface="경기천년바탕 Bold"/>
              </a:rPr>
              <a:t>불필요하게 계속 새 대화를 만드는 대신</a:t>
            </a:r>
            <a:r>
              <a:rPr lang="en-US" altLang="ko-KR">
                <a:latin typeface="경기천년바탕 Bold"/>
                <a:ea typeface="경기천년바탕 Bold"/>
              </a:rPr>
              <a:t>,</a:t>
            </a:r>
            <a:r>
              <a:rPr lang="ko-KR" altLang="en-US">
                <a:latin typeface="경기천년바탕 Bold"/>
                <a:ea typeface="경기천년바탕 Bold"/>
              </a:rPr>
              <a:t> 만들어둔 대화를 재사용해서 성능을 개선</a:t>
            </a:r>
            <a:endParaRPr lang="ko-KR" altLang="en-US">
              <a:latin typeface="경기천년바탕 Bold"/>
              <a:ea typeface="경기천년바탕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/>
          <p:nvPr/>
        </p:nvSpPr>
        <p:spPr>
          <a:xfrm>
            <a:off x="959351" y="822135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대장장이 하루 시작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808110" y="822135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방문 연출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720385" y="822138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대장장이 인사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725986" y="822063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NPC 방문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59351" y="2667433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NPC 의뢰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758477" y="2667433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의뢰할 아이템 </a:t>
            </a:r>
            <a:endParaRPr lang="ko-KR"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보기 및 강화하기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557651" y="2667498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강화하기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59252" y="4516299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대장장이 강화 결과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950939" y="4516299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NPC 의뢰 완료   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750066" y="4516299"/>
            <a:ext cx="2164500" cy="123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NPC 퇴장 대사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249546" y="1245473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256536" y="3149799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224045" y="1304429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410" y="3149799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448999" y="4998666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255116" y="4998665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161920" y="1304466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055822" y="3149786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57410" y="4998690"/>
            <a:ext cx="369000" cy="26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/>
            <a:headEnd w="sm" len="sm"/>
            <a:tailEnd w="sm" len="sm"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ctrTitle" idx="4294967295"/>
          </p:nvPr>
        </p:nvSpPr>
        <p:spPr>
          <a:xfrm>
            <a:off x="3278550" y="181075"/>
            <a:ext cx="5492400" cy="452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임시 구현 완료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92</ep:Words>
  <ep:PresentationFormat>와이드스크린</ep:PresentationFormat>
  <ep:Paragraphs>26</ep:Paragraphs>
  <ep:Slides>3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Office 테마</vt:lpstr>
      <vt:lpstr>포지 프로그래밍 주간 브리핑</vt:lpstr>
      <vt:lpstr>대사 처리 방식 개선</vt:lpstr>
      <vt:lpstr>임시 구현 완료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2026-04-04T19:00:08.000</dcterms:created>
  <dc:creator>gyujin sim</dc:creator>
  <cp:lastModifiedBy>D16</cp:lastModifiedBy>
  <dcterms:modified xsi:type="dcterms:W3CDTF">2026-04-06T05:24:27.460</dcterms:modified>
  <cp:revision>16</cp:revision>
  <dc:title>포지 프로그래밍 주간 브리핑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