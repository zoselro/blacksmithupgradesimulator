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2EC6E-390B-43AF-A940-BCB3F9A65848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5B51E-0252-46E6-A9C2-9B26D37377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0563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2EC6E-390B-43AF-A940-BCB3F9A65848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5B51E-0252-46E6-A9C2-9B26D37377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2174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2EC6E-390B-43AF-A940-BCB3F9A65848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5B51E-0252-46E6-A9C2-9B26D37377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4731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2EC6E-390B-43AF-A940-BCB3F9A65848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5B51E-0252-46E6-A9C2-9B26D37377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81340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2EC6E-390B-43AF-A940-BCB3F9A65848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5B51E-0252-46E6-A9C2-9B26D37377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8402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2EC6E-390B-43AF-A940-BCB3F9A65848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5B51E-0252-46E6-A9C2-9B26D37377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5241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2EC6E-390B-43AF-A940-BCB3F9A65848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5B51E-0252-46E6-A9C2-9B26D37377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1498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2EC6E-390B-43AF-A940-BCB3F9A65848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5B51E-0252-46E6-A9C2-9B26D37377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6060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2EC6E-390B-43AF-A940-BCB3F9A65848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5B51E-0252-46E6-A9C2-9B26D37377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253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2EC6E-390B-43AF-A940-BCB3F9A65848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5B51E-0252-46E6-A9C2-9B26D37377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4709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2EC6E-390B-43AF-A940-BCB3F9A65848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5B51E-0252-46E6-A9C2-9B26D37377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9528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D2EC6E-390B-43AF-A940-BCB3F9A65848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65B51E-0252-46E6-A9C2-9B26D37377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2990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smtClean="0"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포지</a:t>
            </a:r>
            <a:r>
              <a:rPr lang="en-US" altLang="ko-KR" dirty="0" smtClean="0"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/>
            </a:r>
            <a:br>
              <a:rPr lang="en-US" altLang="ko-KR" dirty="0" smtClean="0"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</a:br>
            <a:r>
              <a:rPr lang="ko-KR" altLang="en-US" dirty="0" smtClean="0"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프로그래밍 주간 브리핑</a:t>
            </a:r>
            <a:endParaRPr lang="ko-KR" altLang="en-US" dirty="0">
              <a:latin typeface="경기천년제목 Bold" panose="02020803020101020101" pitchFamily="18" charset="-127"/>
              <a:ea typeface="경기천년제목 Bold" panose="02020803020101020101" pitchFamily="18" charset="-127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 smtClean="0"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25.02.11</a:t>
            </a:r>
          </a:p>
          <a:p>
            <a:r>
              <a:rPr lang="ko-KR" altLang="en-US" dirty="0" err="1" smtClean="0"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킬펫</a:t>
            </a:r>
            <a:endParaRPr lang="ko-KR" altLang="en-US" dirty="0" smtClean="0"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22903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n-US" dirty="0" smtClean="0"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대화 스크립트 개선</a:t>
            </a:r>
            <a:endParaRPr lang="ko-KR" altLang="en-US" dirty="0">
              <a:latin typeface="경기천년제목 Bold" panose="02020803020101020101" pitchFamily="18" charset="-127"/>
              <a:ea typeface="경기천년제목 Bold" panose="02020803020101020101" pitchFamily="18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기존 강화 방식 </a:t>
            </a:r>
            <a:r>
              <a:rPr lang="en-US" altLang="ko-KR" dirty="0" smtClean="0"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- </a:t>
            </a:r>
            <a:r>
              <a:rPr lang="ko-KR" altLang="en-US" dirty="0" smtClean="0"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등급 </a:t>
            </a:r>
            <a:r>
              <a:rPr lang="en-US" altLang="ko-KR" dirty="0" smtClean="0"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+ </a:t>
            </a:r>
            <a:r>
              <a:rPr lang="ko-KR" altLang="en-US" dirty="0" smtClean="0"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결과 기반 랜덤 대화</a:t>
            </a:r>
            <a:endParaRPr lang="en-US" altLang="ko-KR" dirty="0" smtClean="0"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  <a:p>
            <a:endParaRPr lang="en-US" altLang="ko-KR" dirty="0" smtClean="0"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  <a:p>
            <a:r>
              <a:rPr lang="ko-KR" altLang="en-US" dirty="0" smtClean="0"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개선 강화 방식 </a:t>
            </a:r>
            <a:r>
              <a:rPr lang="en-US" altLang="ko-KR" dirty="0" smtClean="0"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- </a:t>
            </a:r>
            <a:r>
              <a:rPr lang="ko-KR" altLang="en-US" dirty="0" smtClean="0"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등급 </a:t>
            </a:r>
            <a:r>
              <a:rPr lang="en-US" altLang="ko-KR" dirty="0" smtClean="0"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+ </a:t>
            </a:r>
            <a:r>
              <a:rPr lang="ko-KR" altLang="en-US" dirty="0" smtClean="0"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성향 </a:t>
            </a:r>
            <a:r>
              <a:rPr lang="en-US" altLang="ko-KR" dirty="0" smtClean="0"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+ </a:t>
            </a:r>
            <a:r>
              <a:rPr lang="ko-KR" altLang="en-US" dirty="0" smtClean="0"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상황</a:t>
            </a:r>
            <a:r>
              <a:rPr lang="en-US" altLang="ko-KR" dirty="0" smtClean="0"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</a:t>
            </a:r>
            <a:r>
              <a:rPr lang="ko-KR" altLang="en-US" dirty="0" smtClean="0"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기반 랜덤 대화</a:t>
            </a:r>
            <a:endParaRPr lang="en-US" altLang="ko-KR" dirty="0" smtClean="0"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  <a:p>
            <a:endParaRPr lang="en-US" altLang="ko-KR" dirty="0"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30591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95587" y="314791"/>
            <a:ext cx="2995569" cy="1325563"/>
          </a:xfrm>
        </p:spPr>
        <p:txBody>
          <a:bodyPr>
            <a:normAutofit/>
          </a:bodyPr>
          <a:lstStyle/>
          <a:p>
            <a:pPr algn="ctr"/>
            <a:r>
              <a:rPr lang="ko-KR" altLang="en-US" sz="2300" dirty="0" smtClean="0"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대화 스크립트 </a:t>
            </a:r>
            <a:r>
              <a:rPr lang="ko-KR" altLang="en-US" sz="2300" dirty="0" err="1" smtClean="0"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리펙토링</a:t>
            </a:r>
            <a:endParaRPr lang="ko-KR" altLang="en-US" sz="2300" dirty="0"/>
          </a:p>
        </p:txBody>
      </p:sp>
      <p:sp>
        <p:nvSpPr>
          <p:cNvPr id="4" name="내용 개체 틀 2"/>
          <p:cNvSpPr>
            <a:spLocks noGrp="1"/>
          </p:cNvSpPr>
          <p:nvPr>
            <p:ph idx="1"/>
          </p:nvPr>
        </p:nvSpPr>
        <p:spPr>
          <a:xfrm>
            <a:off x="863367" y="1640354"/>
            <a:ext cx="3498908" cy="4351338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ko-KR" altLang="en-US" sz="2000" dirty="0" smtClean="0"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기존 방식</a:t>
            </a:r>
            <a:endParaRPr lang="en-US" altLang="ko-KR" sz="2000" dirty="0" smtClean="0"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  <a:p>
            <a:endParaRPr lang="en-US" altLang="ko-KR" sz="2000" dirty="0"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  <a:p>
            <a:endParaRPr lang="en-US" altLang="ko-KR" sz="2000" dirty="0"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1635154" y="3195161"/>
            <a:ext cx="1879134" cy="14177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300" dirty="0" err="1" smtClean="0"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Npc</a:t>
            </a:r>
            <a:r>
              <a:rPr lang="en-US" altLang="ko-KR" sz="1300" dirty="0" smtClean="0"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</a:t>
            </a:r>
            <a:r>
              <a:rPr lang="ko-KR" altLang="en-US" sz="1300" dirty="0" smtClean="0"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등급 결정</a:t>
            </a:r>
            <a:endParaRPr lang="en-US" altLang="ko-KR" sz="1300" dirty="0" smtClean="0"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  <a:p>
            <a:pPr algn="ctr"/>
            <a:r>
              <a:rPr lang="ko-KR" altLang="en-US" sz="1300" dirty="0" smtClean="0"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초급 모험가 </a:t>
            </a:r>
            <a:r>
              <a:rPr lang="ko-KR" altLang="en-US" sz="1300" dirty="0" err="1" smtClean="0"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스프라이트</a:t>
            </a:r>
            <a:r>
              <a:rPr lang="ko-KR" altLang="en-US" sz="1300" dirty="0" smtClean="0"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</a:t>
            </a:r>
            <a:endParaRPr lang="en-US" altLang="ko-KR" sz="1300" dirty="0" smtClean="0"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  <a:p>
            <a:pPr algn="ctr"/>
            <a:r>
              <a:rPr lang="ko-KR" altLang="en-US" sz="1300" dirty="0" smtClean="0"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중급 모험가 </a:t>
            </a:r>
            <a:r>
              <a:rPr lang="ko-KR" altLang="en-US" sz="1300" dirty="0" err="1" smtClean="0"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스프라이트</a:t>
            </a:r>
            <a:endParaRPr lang="en-US" altLang="ko-KR" sz="1300" dirty="0" smtClean="0"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  <a:p>
            <a:pPr algn="ctr"/>
            <a:r>
              <a:rPr lang="ko-KR" altLang="en-US" sz="1300" dirty="0" smtClean="0"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숙련 모험가 </a:t>
            </a:r>
            <a:r>
              <a:rPr lang="ko-KR" altLang="en-US" sz="1300" dirty="0" err="1" smtClean="0"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스프라이트</a:t>
            </a:r>
            <a:endParaRPr lang="en-US" altLang="ko-KR" sz="1300" dirty="0" smtClean="0"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  <a:p>
            <a:pPr algn="ctr"/>
            <a:r>
              <a:rPr lang="ko-KR" altLang="en-US" sz="1300" dirty="0" smtClean="0"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대사 </a:t>
            </a:r>
            <a:r>
              <a:rPr lang="en-US" altLang="ko-KR" sz="1300" dirty="0" smtClean="0"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ID</a:t>
            </a:r>
          </a:p>
          <a:p>
            <a:pPr algn="ctr"/>
            <a:r>
              <a:rPr lang="ko-KR" altLang="en-US" sz="1300" dirty="0" smtClean="0"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강화 결과 </a:t>
            </a:r>
            <a:r>
              <a:rPr lang="en-US" altLang="ko-KR" sz="1300" dirty="0" smtClean="0"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ID..</a:t>
            </a:r>
            <a:endParaRPr lang="ko-KR" altLang="en-US" sz="1300" dirty="0"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1635154" y="2744091"/>
            <a:ext cx="1879134" cy="4436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300" dirty="0" err="1" smtClean="0"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Npc</a:t>
            </a:r>
            <a:r>
              <a:rPr lang="en-US" altLang="ko-KR" sz="1300" dirty="0" smtClean="0"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</a:t>
            </a:r>
            <a:r>
              <a:rPr lang="ko-KR" altLang="en-US" sz="1300" dirty="0" err="1" smtClean="0"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생성기</a:t>
            </a:r>
            <a:endParaRPr lang="en-US" altLang="ko-KR" sz="1300" dirty="0" smtClean="0"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25" name="내용 개체 틀 2"/>
          <p:cNvSpPr txBox="1">
            <a:spLocks/>
          </p:cNvSpPr>
          <p:nvPr/>
        </p:nvSpPr>
        <p:spPr>
          <a:xfrm>
            <a:off x="5134760" y="1640354"/>
            <a:ext cx="6039376" cy="435133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000" dirty="0" smtClean="0"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개선된 방식</a:t>
            </a:r>
            <a:endParaRPr lang="en-US" altLang="ko-KR" sz="2000" dirty="0" smtClean="0"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  <a:p>
            <a:endParaRPr lang="en-US" altLang="ko-KR" sz="2000" dirty="0" smtClean="0"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  <a:p>
            <a:endParaRPr lang="en-US" altLang="ko-KR" sz="2000" dirty="0"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394820" y="3195162"/>
            <a:ext cx="1879134" cy="14177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300" dirty="0" err="1" smtClean="0"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Npc</a:t>
            </a:r>
            <a:r>
              <a:rPr lang="en-US" altLang="ko-KR" sz="1300" dirty="0" smtClean="0"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</a:t>
            </a:r>
            <a:r>
              <a:rPr lang="ko-KR" altLang="en-US" sz="1300" dirty="0" smtClean="0"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등급 결정</a:t>
            </a:r>
            <a:endParaRPr lang="en-US" altLang="ko-KR" sz="1300" dirty="0" smtClean="0"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394820" y="2744092"/>
            <a:ext cx="1879134" cy="4436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300" dirty="0" err="1" smtClean="0"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Npc</a:t>
            </a:r>
            <a:r>
              <a:rPr lang="en-US" altLang="ko-KR" sz="1300" dirty="0" smtClean="0"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</a:t>
            </a:r>
            <a:r>
              <a:rPr lang="ko-KR" altLang="en-US" sz="1300" dirty="0" err="1" smtClean="0"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생성기</a:t>
            </a:r>
            <a:endParaRPr lang="en-US" altLang="ko-KR" sz="1300" dirty="0" smtClean="0"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cxnSp>
        <p:nvCxnSpPr>
          <p:cNvPr id="29" name="직선 화살표 연결선 28"/>
          <p:cNvCxnSpPr/>
          <p:nvPr/>
        </p:nvCxnSpPr>
        <p:spPr>
          <a:xfrm>
            <a:off x="7457114" y="3640822"/>
            <a:ext cx="10828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직사각형 29"/>
          <p:cNvSpPr/>
          <p:nvPr/>
        </p:nvSpPr>
        <p:spPr>
          <a:xfrm>
            <a:off x="8722454" y="3195161"/>
            <a:ext cx="1879134" cy="14177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300" dirty="0" err="1" smtClean="0"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Npc</a:t>
            </a:r>
            <a:r>
              <a:rPr lang="en-US" altLang="ko-KR" sz="1300" dirty="0" smtClean="0"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</a:t>
            </a:r>
            <a:r>
              <a:rPr lang="ko-KR" altLang="en-US" sz="1300" dirty="0" smtClean="0"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이름</a:t>
            </a:r>
            <a:endParaRPr lang="en-US" altLang="ko-KR" sz="1300" dirty="0" smtClean="0"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  <a:p>
            <a:pPr algn="ctr"/>
            <a:r>
              <a:rPr lang="ko-KR" altLang="en-US" sz="1300" dirty="0" smtClean="0"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성향 </a:t>
            </a:r>
            <a:r>
              <a:rPr lang="en-US" altLang="ko-KR" sz="1300" dirty="0" smtClean="0"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(Tendency)</a:t>
            </a:r>
          </a:p>
          <a:p>
            <a:pPr algn="ctr"/>
            <a:r>
              <a:rPr lang="ko-KR" altLang="en-US" sz="1300" dirty="0" err="1" smtClean="0"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스프라이트</a:t>
            </a:r>
            <a:r>
              <a:rPr lang="ko-KR" altLang="en-US" sz="1300" dirty="0" smtClean="0"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이미지</a:t>
            </a:r>
            <a:endParaRPr lang="en-US" altLang="ko-KR" sz="1300" dirty="0" smtClean="0"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  <a:p>
            <a:pPr algn="ctr"/>
            <a:r>
              <a:rPr lang="ko-KR" altLang="en-US" sz="1300" dirty="0" smtClean="0"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성공 </a:t>
            </a:r>
            <a:r>
              <a:rPr lang="en-US" altLang="ko-KR" sz="1300" dirty="0" smtClean="0"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/ </a:t>
            </a:r>
            <a:r>
              <a:rPr lang="ko-KR" altLang="en-US" sz="1300" dirty="0" smtClean="0"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실패 </a:t>
            </a:r>
            <a:r>
              <a:rPr lang="en-US" altLang="ko-KR" sz="1300" dirty="0" smtClean="0"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ID</a:t>
            </a:r>
          </a:p>
          <a:p>
            <a:pPr algn="ctr"/>
            <a:r>
              <a:rPr lang="ko-KR" altLang="en-US" sz="1300" dirty="0" smtClean="0"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대화 상태 값</a:t>
            </a:r>
            <a:endParaRPr lang="en-US" altLang="ko-KR" sz="1300" dirty="0" smtClean="0"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8722454" y="2744091"/>
            <a:ext cx="1879134" cy="4436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300" dirty="0" err="1" smtClean="0"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NpcData</a:t>
            </a:r>
            <a:endParaRPr lang="en-US" altLang="ko-KR" sz="1300" dirty="0" smtClean="0"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366581" y="3254928"/>
            <a:ext cx="135971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dirty="0" err="1"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NpcData</a:t>
            </a:r>
            <a:r>
              <a:rPr lang="ko-KR" altLang="en-US" sz="1300" dirty="0"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를 참조</a:t>
            </a:r>
            <a:endParaRPr lang="en-US" altLang="ko-KR" sz="1300" dirty="0"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  <a:p>
            <a:endParaRPr lang="ko-KR" altLang="en-US" sz="1300" dirty="0"/>
          </a:p>
        </p:txBody>
      </p:sp>
    </p:spTree>
    <p:extLst>
      <p:ext uri="{BB962C8B-B14F-4D97-AF65-F5344CB8AC3E}">
        <p14:creationId xmlns:p14="http://schemas.microsoft.com/office/powerpoint/2010/main" val="3899082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이후 작업 예정 목록</a:t>
            </a:r>
            <a:endParaRPr lang="ko-KR" altLang="en-US" dirty="0">
              <a:latin typeface="경기천년제목 Bold" panose="02020803020101020101" pitchFamily="18" charset="-127"/>
              <a:ea typeface="경기천년제목 Bold" panose="02020803020101020101" pitchFamily="18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대화 스크립트 잔 버그 수정</a:t>
            </a:r>
            <a:endParaRPr lang="en-US" altLang="ko-KR" dirty="0" smtClean="0"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  <a:p>
            <a:endParaRPr lang="en-US" altLang="ko-KR" dirty="0" smtClean="0"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  <a:p>
            <a:r>
              <a:rPr lang="ko-KR" altLang="en-US" dirty="0" smtClean="0"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플레이어 강화 결과에 따른 표정 변화 추가</a:t>
            </a:r>
            <a:endParaRPr lang="en-US" altLang="ko-KR" dirty="0" smtClean="0"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  <a:p>
            <a:endParaRPr lang="en-US" altLang="ko-KR" dirty="0" smtClean="0"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  <a:p>
            <a:r>
              <a:rPr lang="en-US" altLang="ko-KR" dirty="0" err="1" smtClean="0"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Npc</a:t>
            </a:r>
            <a:r>
              <a:rPr lang="en-US" altLang="ko-KR" dirty="0" smtClean="0"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</a:t>
            </a:r>
            <a:r>
              <a:rPr lang="ko-KR" altLang="en-US" dirty="0" smtClean="0"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및 대장장이 등장 애니메이션 추가</a:t>
            </a:r>
            <a:endParaRPr lang="ko-KR" altLang="en-US" dirty="0"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811888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101</Words>
  <Application>Microsoft Office PowerPoint</Application>
  <PresentationFormat>와이드스크린</PresentationFormat>
  <Paragraphs>32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경기천년제목 Bold</vt:lpstr>
      <vt:lpstr>경기천년제목 Light</vt:lpstr>
      <vt:lpstr>맑은 고딕</vt:lpstr>
      <vt:lpstr>Arial</vt:lpstr>
      <vt:lpstr>Office 테마</vt:lpstr>
      <vt:lpstr>포지 프로그래밍 주간 브리핑</vt:lpstr>
      <vt:lpstr>대화 스크립트 개선</vt:lpstr>
      <vt:lpstr>대화 스크립트 리펙토링</vt:lpstr>
      <vt:lpstr>이후 작업 예정 목록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포지 프로그래밍 주간 브리핑</dc:title>
  <dc:creator>gyujin sim</dc:creator>
  <cp:lastModifiedBy>gyujin sim</cp:lastModifiedBy>
  <cp:revision>8</cp:revision>
  <dcterms:created xsi:type="dcterms:W3CDTF">2026-02-10T13:50:16Z</dcterms:created>
  <dcterms:modified xsi:type="dcterms:W3CDTF">2026-02-10T14:55:47Z</dcterms:modified>
</cp:coreProperties>
</file>