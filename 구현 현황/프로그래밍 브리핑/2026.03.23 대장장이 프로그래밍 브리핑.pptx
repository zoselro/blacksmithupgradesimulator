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7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14" y="108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31C1-C635-4342-B86F-967A2D63C88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FC7F-CA8C-4D17-95BB-5E9DFE4A21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70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31C1-C635-4342-B86F-967A2D63C88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FC7F-CA8C-4D17-95BB-5E9DFE4A21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81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31C1-C635-4342-B86F-967A2D63C88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FC7F-CA8C-4D17-95BB-5E9DFE4A21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87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31C1-C635-4342-B86F-967A2D63C88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FC7F-CA8C-4D17-95BB-5E9DFE4A21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008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31C1-C635-4342-B86F-967A2D63C88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FC7F-CA8C-4D17-95BB-5E9DFE4A21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462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31C1-C635-4342-B86F-967A2D63C88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FC7F-CA8C-4D17-95BB-5E9DFE4A21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91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31C1-C635-4342-B86F-967A2D63C88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FC7F-CA8C-4D17-95BB-5E9DFE4A21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34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31C1-C635-4342-B86F-967A2D63C88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FC7F-CA8C-4D17-95BB-5E9DFE4A21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316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31C1-C635-4342-B86F-967A2D63C88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FC7F-CA8C-4D17-95BB-5E9DFE4A21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938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31C1-C635-4342-B86F-967A2D63C88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FC7F-CA8C-4D17-95BB-5E9DFE4A21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26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31C1-C635-4342-B86F-967A2D63C88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FC7F-CA8C-4D17-95BB-5E9DFE4A21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477415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D31C1-C635-4342-B86F-967A2D63C880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4FC7F-CA8C-4D17-95BB-5E9DFE4A21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24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ctrTitle" idx="0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>
              <a:defRPr/>
            </a:pPr>
            <a:r>
              <a:rPr lang="ko-KR" altLang="en-US">
                <a:latin typeface="경기천년제목 Bold"/>
                <a:ea typeface="경기천년제목 Bold"/>
              </a:rPr>
              <a:t>포지</a:t>
            </a:r>
            <a:br>
              <a:rPr lang="en-US" altLang="ko-KR">
                <a:latin typeface="경기천년제목 Bold"/>
                <a:ea typeface="경기천년제목 Bold"/>
              </a:rPr>
            </a:br>
            <a:r>
              <a:rPr lang="ko-KR" altLang="en-US">
                <a:latin typeface="경기천년제목 Bold"/>
                <a:ea typeface="경기천년제목 Bold"/>
              </a:rPr>
              <a:t>프로그래밍 주간 브리핑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5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>
              <a:defRPr/>
            </a:pPr>
            <a:r>
              <a:rPr lang="en-US" altLang="ko-KR">
                <a:latin typeface="경기천년제목 Light"/>
                <a:ea typeface="경기천년제목 Light"/>
              </a:rPr>
              <a:t>25.03.23</a:t>
            </a:r>
            <a:endParaRPr lang="en-US" altLang="ko-KR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ko-KR" altLang="en-US">
                <a:latin typeface="경기천년제목 Light"/>
                <a:ea typeface="경기천년제목 Light"/>
              </a:rPr>
              <a:t>킬펫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>
                <a:latin typeface="경기천년제목 Bold"/>
                <a:ea typeface="경기천년제목 Bold"/>
              </a:rPr>
              <a:t>대화 시스템 구조 개선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26" name="부제목 2"/>
          <p:cNvSpPr txBox="1"/>
          <p:nvPr/>
        </p:nvSpPr>
        <p:spPr>
          <a:xfrm>
            <a:off x="1524000" y="1949407"/>
            <a:ext cx="9144000" cy="165576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>
                <a:latin typeface="경기천년바탕 Regular"/>
                <a:ea typeface="경기천년바탕 Regular"/>
              </a:rPr>
              <a:t>대사 </a:t>
            </a:r>
            <a:r>
              <a:rPr lang="en-US" altLang="ko-KR">
                <a:latin typeface="경기천년바탕 Regular"/>
                <a:ea typeface="경기천년바탕 Regular"/>
              </a:rPr>
              <a:t>-&gt; </a:t>
            </a:r>
            <a:r>
              <a:rPr lang="ko-KR" altLang="en-US">
                <a:latin typeface="경기천년바탕 Regular"/>
                <a:ea typeface="경기천년바탕 Regular"/>
              </a:rPr>
              <a:t>이벤트 </a:t>
            </a:r>
            <a:r>
              <a:rPr lang="en-US" altLang="ko-KR">
                <a:latin typeface="경기천년바탕 Regular"/>
                <a:ea typeface="경기천년바탕 Regular"/>
              </a:rPr>
              <a:t>-&gt; </a:t>
            </a:r>
            <a:r>
              <a:rPr lang="ko-KR" altLang="en-US">
                <a:latin typeface="경기천년바탕 Regular"/>
                <a:ea typeface="경기천년바탕 Regular"/>
              </a:rPr>
              <a:t>대사 </a:t>
            </a:r>
            <a:r>
              <a:rPr lang="en-US" altLang="ko-KR">
                <a:latin typeface="경기천년바탕 Regular"/>
                <a:ea typeface="경기천년바탕 Regular"/>
              </a:rPr>
              <a:t>-&gt; </a:t>
            </a:r>
            <a:r>
              <a:rPr lang="ko-KR" altLang="en-US">
                <a:latin typeface="경기천년바탕 Regular"/>
                <a:ea typeface="경기천년바탕 Regular"/>
              </a:rPr>
              <a:t>이벤트 의 구조가 반복</a:t>
            </a:r>
            <a:endParaRPr lang="ko-KR" altLang="en-US">
              <a:latin typeface="경기천년바탕 Regular"/>
              <a:ea typeface="경기천년바탕 Regular"/>
            </a:endParaRPr>
          </a:p>
          <a:p>
            <a:pPr>
              <a:defRPr/>
            </a:pPr>
            <a:r>
              <a:rPr lang="ko-KR" altLang="en-US">
                <a:latin typeface="경기천년바탕 Regular"/>
                <a:ea typeface="경기천년바탕 Regular"/>
              </a:rPr>
              <a:t>대사</a:t>
            </a:r>
            <a:r>
              <a:rPr lang="en-US" altLang="ko-KR">
                <a:latin typeface="경기천년바탕 Regular"/>
                <a:ea typeface="경기천년바탕 Regular"/>
              </a:rPr>
              <a:t>, </a:t>
            </a:r>
            <a:r>
              <a:rPr lang="ko-KR" altLang="en-US">
                <a:latin typeface="경기천년바탕 Regular"/>
                <a:ea typeface="경기천년바탕 Regular"/>
              </a:rPr>
              <a:t>이벤트를 하나의 대화 객체로 묶어서 관리</a:t>
            </a:r>
            <a:endParaRPr lang="ko-KR" altLang="en-US">
              <a:latin typeface="경기천년바탕 Regular"/>
              <a:ea typeface="경기천년바탕 Regular"/>
            </a:endParaRPr>
          </a:p>
          <a:p>
            <a:pPr>
              <a:defRPr/>
            </a:pPr>
            <a:endParaRPr lang="ko-KR" altLang="en-US">
              <a:latin typeface="경기천년바탕 Regular"/>
              <a:ea typeface="경기천년바탕 Regular"/>
            </a:endParaRPr>
          </a:p>
          <a:p>
            <a:pPr>
              <a:defRPr/>
            </a:pPr>
            <a:endParaRPr lang="en-US" altLang="ko-KR">
              <a:latin typeface="경기천년바탕 Regular"/>
              <a:ea typeface="경기천년바탕 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879269" y="5221053"/>
            <a:ext cx="10780204" cy="13925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3647811" y="3626137"/>
            <a:ext cx="2437002" cy="13925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842391" y="2076578"/>
            <a:ext cx="10780204" cy="13925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647811" y="527019"/>
            <a:ext cx="2437002" cy="13925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931876" y="607110"/>
            <a:ext cx="2164361" cy="12331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대장장이 하루 시작 대사</a:t>
            </a:r>
            <a:endParaRPr lang="ko-KR" altLang="en-US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3780635" y="607110"/>
            <a:ext cx="2164361" cy="12331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방문 연출 </a:t>
            </a:r>
            <a:r>
              <a:rPr lang="en-US" altLang="ko-KR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이벤트</a:t>
            </a:r>
            <a:r>
              <a:rPr lang="en-US" altLang="ko-KR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  <a:endParaRPr lang="ko-KR" altLang="en-US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981510" y="2156275"/>
            <a:ext cx="2164361" cy="12331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대장장이 인사 대사</a:t>
            </a:r>
            <a:endParaRPr lang="ko-KR" altLang="en-US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780636" y="2156275"/>
            <a:ext cx="2164361" cy="12331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NPC </a:t>
            </a:r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방문 대사</a:t>
            </a:r>
            <a:endParaRPr lang="ko-KR" altLang="en-US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6579762" y="2156275"/>
            <a:ext cx="2164361" cy="12331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NPC </a:t>
            </a:r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의뢰 대사</a:t>
            </a:r>
            <a:endParaRPr lang="ko-KR" altLang="en-US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9378888" y="2156275"/>
            <a:ext cx="2164361" cy="12331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의뢰할 아이템 </a:t>
            </a:r>
            <a:endParaRPr lang="en-US" altLang="ko-KR" dirty="0" smtClean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algn="ctr"/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보기 및 강화하기 </a:t>
            </a:r>
            <a:r>
              <a:rPr lang="en-US" altLang="ko-KR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이벤트</a:t>
            </a:r>
            <a:r>
              <a:rPr lang="en-US" altLang="ko-KR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  <a:endParaRPr lang="ko-KR" altLang="en-US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3780637" y="3705441"/>
            <a:ext cx="2164361" cy="12331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강화하기 </a:t>
            </a:r>
            <a:r>
              <a:rPr lang="en-US" altLang="ko-KR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이벤트</a:t>
            </a:r>
            <a:r>
              <a:rPr lang="en-US" altLang="ko-KR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  <a:endParaRPr lang="ko-KR" altLang="en-US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981511" y="5300750"/>
            <a:ext cx="2164361" cy="12331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대장장이 강화 결과 대사</a:t>
            </a:r>
            <a:endParaRPr lang="ko-KR" altLang="en-US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3780636" y="5300750"/>
            <a:ext cx="2164361" cy="12331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NPC </a:t>
            </a:r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의뢰 완료    대사</a:t>
            </a:r>
            <a:endParaRPr lang="ko-KR" altLang="en-US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579763" y="5300750"/>
            <a:ext cx="2164361" cy="12331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NPC </a:t>
            </a:r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퇴장 대사</a:t>
            </a:r>
            <a:endParaRPr lang="ko-KR" altLang="en-US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6" name="오른쪽 화살표 15"/>
          <p:cNvSpPr/>
          <p:nvPr/>
        </p:nvSpPr>
        <p:spPr>
          <a:xfrm>
            <a:off x="3222071" y="1030448"/>
            <a:ext cx="369116" cy="26844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화살표 17"/>
          <p:cNvSpPr/>
          <p:nvPr/>
        </p:nvSpPr>
        <p:spPr>
          <a:xfrm>
            <a:off x="8876947" y="2638641"/>
            <a:ext cx="369116" cy="26844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오른쪽 화살표 18"/>
          <p:cNvSpPr/>
          <p:nvPr/>
        </p:nvSpPr>
        <p:spPr>
          <a:xfrm>
            <a:off x="3278695" y="2638641"/>
            <a:ext cx="369116" cy="26844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오른쪽 화살표 20"/>
          <p:cNvSpPr/>
          <p:nvPr/>
        </p:nvSpPr>
        <p:spPr>
          <a:xfrm>
            <a:off x="6077821" y="2638641"/>
            <a:ext cx="369116" cy="26844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오른쪽 화살표 23"/>
          <p:cNvSpPr/>
          <p:nvPr/>
        </p:nvSpPr>
        <p:spPr>
          <a:xfrm>
            <a:off x="3278696" y="5783117"/>
            <a:ext cx="369116" cy="26844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오른쪽 화살표 24"/>
          <p:cNvSpPr/>
          <p:nvPr/>
        </p:nvSpPr>
        <p:spPr>
          <a:xfrm>
            <a:off x="6084813" y="5783116"/>
            <a:ext cx="369116" cy="26844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9378888" y="5300750"/>
            <a:ext cx="2164361" cy="12331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방문 연출 </a:t>
            </a:r>
            <a:r>
              <a:rPr lang="en-US" altLang="ko-KR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이벤트</a:t>
            </a:r>
            <a:r>
              <a:rPr lang="en-US" altLang="ko-KR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  <a:endParaRPr lang="ko-KR" altLang="en-US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2" name="오른쪽 화살표 21"/>
          <p:cNvSpPr/>
          <p:nvPr/>
        </p:nvSpPr>
        <p:spPr>
          <a:xfrm>
            <a:off x="8883938" y="5724088"/>
            <a:ext cx="369116" cy="26844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939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8" grpId="0" animBg="1"/>
      <p:bldP spid="23" grpId="0" animBg="1"/>
      <p:bldP spid="11" grpId="0" animBg="1"/>
    </p:bld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90568" y="125835"/>
            <a:ext cx="9882231" cy="4488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090568" y="125835"/>
            <a:ext cx="9882231" cy="7046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GameManager</a:t>
            </a:r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1266736" y="1233708"/>
            <a:ext cx="2130804" cy="3254928"/>
          </a:xfrm>
          <a:prstGeom prst="roundRect">
            <a:avLst>
              <a:gd name="adj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1421932" y="1347215"/>
            <a:ext cx="1820411" cy="733856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>
                <a:latin typeface="경기천년바탕 Regular"/>
                <a:ea typeface="경기천년바탕 Regular"/>
              </a:rPr>
              <a:t>대장장이 하루 시작 대사</a:t>
            </a:r>
            <a:endParaRPr lang="ko-KR" altLang="en-US" sz="1500">
              <a:latin typeface="경기천년바탕 Regular"/>
              <a:ea typeface="경기천년바탕 Regular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1421932" y="2153606"/>
            <a:ext cx="1820411" cy="733856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>
                <a:latin typeface="경기천년바탕 Regular"/>
                <a:ea typeface="경기천년바탕 Regular"/>
              </a:rPr>
              <a:t>방문 연출     </a:t>
            </a:r>
            <a:endParaRPr lang="ko-KR" altLang="en-US" sz="1500">
              <a:latin typeface="경기천년바탕 Regular"/>
              <a:ea typeface="경기천년바탕 Regular"/>
            </a:endParaRPr>
          </a:p>
          <a:p>
            <a:pPr algn="ctr">
              <a:defRPr/>
            </a:pPr>
            <a:r>
              <a:rPr lang="en-US" altLang="ko-KR" sz="1500">
                <a:latin typeface="경기천년바탕 Regular"/>
                <a:ea typeface="경기천년바탕 Regular"/>
              </a:rPr>
              <a:t>(</a:t>
            </a:r>
            <a:r>
              <a:rPr lang="ko-KR" altLang="en-US" sz="1500">
                <a:latin typeface="경기천년바탕 Regular"/>
                <a:ea typeface="경기천년바탕 Regular"/>
              </a:rPr>
              <a:t>이벤트</a:t>
            </a:r>
            <a:r>
              <a:rPr lang="en-US" altLang="ko-KR" sz="1500">
                <a:latin typeface="경기천년바탕 Regular"/>
                <a:ea typeface="경기천년바탕 Regular"/>
              </a:rPr>
              <a:t>)</a:t>
            </a:r>
            <a:endParaRPr lang="ko-KR" altLang="en-US" sz="1500">
              <a:latin typeface="경기천년바탕 Regular"/>
              <a:ea typeface="경기천년바탕 Regular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3726108" y="1233708"/>
            <a:ext cx="2130804" cy="3254928"/>
          </a:xfrm>
          <a:prstGeom prst="roundRect">
            <a:avLst>
              <a:gd name="adj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3881304" y="1337521"/>
            <a:ext cx="1820411" cy="616591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>
                <a:latin typeface="경기천년바탕 Regular"/>
                <a:ea typeface="경기천년바탕 Regular"/>
              </a:rPr>
              <a:t>대장장이 인사 대사</a:t>
            </a:r>
            <a:endParaRPr lang="ko-KR" altLang="en-US" sz="1500">
              <a:latin typeface="경기천년바탕 Regular"/>
              <a:ea typeface="경기천년바탕 Regular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3881304" y="2143912"/>
            <a:ext cx="1820411" cy="616591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500">
                <a:latin typeface="경기천년바탕 Regular"/>
                <a:ea typeface="경기천년바탕 Regular"/>
              </a:rPr>
              <a:t>NPC </a:t>
            </a:r>
            <a:r>
              <a:rPr lang="ko-KR" altLang="en-US" sz="1500">
                <a:latin typeface="경기천년바탕 Regular"/>
                <a:ea typeface="경기천년바탕 Regular"/>
              </a:rPr>
              <a:t>방문 대사</a:t>
            </a:r>
            <a:endParaRPr lang="ko-KR" altLang="en-US" sz="1500">
              <a:latin typeface="경기천년바탕 Regular"/>
              <a:ea typeface="경기천년바탕 Regular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3881304" y="2945060"/>
            <a:ext cx="1820411" cy="616591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500">
                <a:latin typeface="경기천년바탕 Regular"/>
                <a:ea typeface="경기천년바탕 Regular"/>
              </a:rPr>
              <a:t>NPC </a:t>
            </a:r>
            <a:r>
              <a:rPr lang="ko-KR" altLang="en-US" sz="1500">
                <a:latin typeface="경기천년바탕 Regular"/>
                <a:ea typeface="경기천년바탕 Regular"/>
              </a:rPr>
              <a:t>의뢰대사</a:t>
            </a:r>
            <a:endParaRPr lang="ko-KR" altLang="en-US" sz="1500">
              <a:latin typeface="경기천년바탕 Regular"/>
              <a:ea typeface="경기천년바탕 Regular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3881304" y="3709507"/>
            <a:ext cx="1820411" cy="616591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>
                <a:latin typeface="경기천년바탕 Regular"/>
                <a:ea typeface="경기천년바탕 Regular"/>
              </a:rPr>
              <a:t>의뢰할 아이템 </a:t>
            </a:r>
            <a:endParaRPr lang="ko-KR" altLang="en-US" sz="1500">
              <a:latin typeface="경기천년바탕 Regular"/>
              <a:ea typeface="경기천년바탕 Regular"/>
            </a:endParaRPr>
          </a:p>
          <a:p>
            <a:pPr algn="ctr">
              <a:defRPr/>
            </a:pPr>
            <a:r>
              <a:rPr lang="ko-KR" altLang="en-US" sz="1500">
                <a:latin typeface="경기천년바탕 Regular"/>
                <a:ea typeface="경기천년바탕 Regular"/>
              </a:rPr>
              <a:t>보기 및 강화하기 </a:t>
            </a:r>
            <a:r>
              <a:rPr lang="en-US" altLang="ko-KR" sz="1500">
                <a:latin typeface="경기천년바탕 Regular"/>
                <a:ea typeface="경기천년바탕 Regular"/>
              </a:rPr>
              <a:t>(</a:t>
            </a:r>
            <a:r>
              <a:rPr lang="ko-KR" altLang="en-US" sz="1500">
                <a:latin typeface="경기천년바탕 Regular"/>
                <a:ea typeface="경기천년바탕 Regular"/>
              </a:rPr>
              <a:t>이벤트</a:t>
            </a:r>
            <a:r>
              <a:rPr lang="en-US" altLang="ko-KR" sz="1500">
                <a:latin typeface="경기천년바탕 Regular"/>
                <a:ea typeface="경기천년바탕 Regular"/>
              </a:rPr>
              <a:t>)</a:t>
            </a:r>
            <a:endParaRPr lang="ko-KR" altLang="en-US" sz="1500">
              <a:latin typeface="경기천년바탕 Regular"/>
              <a:ea typeface="경기천년바탕 Regular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6185480" y="1233708"/>
            <a:ext cx="2130804" cy="3254928"/>
          </a:xfrm>
          <a:prstGeom prst="roundRect">
            <a:avLst>
              <a:gd name="adj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6340676" y="2552876"/>
            <a:ext cx="1820411" cy="616591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>
                <a:latin typeface="경기천년바탕 Regular"/>
                <a:ea typeface="경기천년바탕 Regular"/>
              </a:rPr>
              <a:t>강화 하기 </a:t>
            </a:r>
            <a:r>
              <a:rPr lang="en-US" altLang="ko-KR" sz="1500">
                <a:latin typeface="경기천년바탕 Regular"/>
                <a:ea typeface="경기천년바탕 Regular"/>
              </a:rPr>
              <a:t>(</a:t>
            </a:r>
            <a:r>
              <a:rPr lang="ko-KR" altLang="en-US" sz="1500">
                <a:latin typeface="경기천년바탕 Regular"/>
                <a:ea typeface="경기천년바탕 Regular"/>
              </a:rPr>
              <a:t>이벤트</a:t>
            </a:r>
            <a:r>
              <a:rPr lang="en-US" altLang="ko-KR" sz="1500">
                <a:latin typeface="경기천년바탕 Regular"/>
                <a:ea typeface="경기천년바탕 Regular"/>
              </a:rPr>
              <a:t>)</a:t>
            </a:r>
            <a:endParaRPr lang="ko-KR" altLang="en-US" sz="1500">
              <a:latin typeface="경기천년바탕 Regular"/>
              <a:ea typeface="경기천년바탕 Regular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8644852" y="1233708"/>
            <a:ext cx="2130804" cy="3254928"/>
          </a:xfrm>
          <a:prstGeom prst="roundRect">
            <a:avLst>
              <a:gd name="adj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8800048" y="1337521"/>
            <a:ext cx="1820411" cy="616591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>
                <a:latin typeface="경기천년바탕 Regular"/>
                <a:ea typeface="경기천년바탕 Regular"/>
              </a:rPr>
              <a:t>대장장이 결과 대사</a:t>
            </a:r>
            <a:endParaRPr lang="ko-KR" altLang="en-US" sz="1500">
              <a:latin typeface="경기천년바탕 Regular"/>
              <a:ea typeface="경기천년바탕 Regular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8800048" y="2143912"/>
            <a:ext cx="1820411" cy="616591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500">
                <a:latin typeface="경기천년바탕 Regular"/>
                <a:ea typeface="경기천년바탕 Regular"/>
              </a:rPr>
              <a:t>NPC </a:t>
            </a:r>
            <a:r>
              <a:rPr lang="ko-KR" altLang="en-US" sz="1500">
                <a:latin typeface="경기천년바탕 Regular"/>
                <a:ea typeface="경기천년바탕 Regular"/>
              </a:rPr>
              <a:t>의뢰 완료 처리 대사</a:t>
            </a:r>
            <a:endParaRPr lang="ko-KR" altLang="en-US" sz="1500">
              <a:latin typeface="경기천년바탕 Regular"/>
              <a:ea typeface="경기천년바탕 Regular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8800048" y="2945060"/>
            <a:ext cx="1820411" cy="616591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500">
                <a:latin typeface="경기천년바탕 Regular"/>
                <a:ea typeface="경기천년바탕 Regular"/>
              </a:rPr>
              <a:t>NPC </a:t>
            </a:r>
            <a:r>
              <a:rPr lang="ko-KR" altLang="en-US" sz="1500">
                <a:latin typeface="경기천년바탕 Regular"/>
                <a:ea typeface="경기천년바탕 Regular"/>
              </a:rPr>
              <a:t>퇴장 대사</a:t>
            </a:r>
            <a:endParaRPr lang="ko-KR" altLang="en-US" sz="1500">
              <a:latin typeface="경기천년바탕 Regular"/>
              <a:ea typeface="경기천년바탕 Regular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8800048" y="3709507"/>
            <a:ext cx="1820411" cy="616591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>
                <a:latin typeface="경기천년바탕 Regular"/>
                <a:ea typeface="경기천년바탕 Regular"/>
              </a:rPr>
              <a:t>방문 연출 </a:t>
            </a:r>
            <a:r>
              <a:rPr lang="en-US" altLang="ko-KR" sz="1500">
                <a:latin typeface="경기천년바탕 Regular"/>
                <a:ea typeface="경기천년바탕 Regular"/>
              </a:rPr>
              <a:t>(</a:t>
            </a:r>
            <a:r>
              <a:rPr lang="ko-KR" altLang="en-US" sz="1500">
                <a:latin typeface="경기천년바탕 Regular"/>
                <a:ea typeface="경기천년바탕 Regular"/>
              </a:rPr>
              <a:t>이벤트</a:t>
            </a:r>
            <a:r>
              <a:rPr lang="en-US" altLang="ko-KR" sz="1500">
                <a:latin typeface="경기천년바탕 Regular"/>
                <a:ea typeface="경기천년바탕 Regular"/>
              </a:rPr>
              <a:t>)</a:t>
            </a:r>
            <a:endParaRPr lang="ko-KR" altLang="en-US" sz="1500">
              <a:latin typeface="경기천년바탕 Regular"/>
              <a:ea typeface="경기천년바탕 Regular"/>
            </a:endParaRPr>
          </a:p>
        </p:txBody>
      </p:sp>
      <p:cxnSp>
        <p:nvCxnSpPr>
          <p:cNvPr id="52" name="꺾인 연결선 51"/>
          <p:cNvCxnSpPr>
            <a:stCxn id="7" idx="2"/>
          </p:cNvCxnSpPr>
          <p:nvPr/>
        </p:nvCxnSpPr>
        <p:spPr>
          <a:xfrm rot="16200000" flipH="1">
            <a:off x="2330303" y="4490470"/>
            <a:ext cx="708347" cy="7046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>
            <a:off x="4823670" y="4484440"/>
            <a:ext cx="8389" cy="712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>
            <a:off x="7283042" y="4484440"/>
            <a:ext cx="23769" cy="712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꺾인 연결선 58"/>
          <p:cNvCxnSpPr>
            <a:stCxn id="31" idx="2"/>
          </p:cNvCxnSpPr>
          <p:nvPr/>
        </p:nvCxnSpPr>
        <p:spPr>
          <a:xfrm rot="5400000">
            <a:off x="9014232" y="4500958"/>
            <a:ext cx="708345" cy="6837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3036815" y="5196981"/>
            <a:ext cx="5989740" cy="10349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DialogueController</a:t>
            </a:r>
            <a:endParaRPr lang="en-US" altLang="ko-KR"/>
          </a:p>
          <a:p>
            <a:pPr algn="ctr">
              <a:defRPr/>
            </a:pPr>
            <a:endParaRPr lang="en-US" altLang="ko-KR"/>
          </a:p>
        </p:txBody>
      </p:sp>
      <p:sp>
        <p:nvSpPr>
          <p:cNvPr id="63" name="직사각형 62"/>
          <p:cNvSpPr/>
          <p:nvPr/>
        </p:nvSpPr>
        <p:spPr>
          <a:xfrm>
            <a:off x="3193734" y="5730126"/>
            <a:ext cx="5804532" cy="43517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xmlns:mc="http://schemas.openxmlformats.org/markup-compatibility/2006" xmlns:hp="http://schemas.haansoft.com/office/presentation/8.0" lang="en-US" altLang="ko-KR" mc:Ignorable="hp" hp:hslEmbossed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OnDialogueNext()</a:t>
            </a:r>
            <a:endParaRPr xmlns:mc="http://schemas.openxmlformats.org/markup-compatibility/2006" xmlns:hp="http://schemas.haansoft.com/office/presentation/8.0" lang="ko-KR" altLang="en-US" mc:Ignorable="hp" hp:hslEmbossed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678503" y="5984922"/>
            <a:ext cx="922789" cy="351290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예</a:t>
            </a:r>
            <a:endParaRPr lang="ko-KR" altLang="en-US"/>
          </a:p>
        </p:txBody>
      </p:sp>
      <p:cxnSp>
        <p:nvCxnSpPr>
          <p:cNvPr id="70" name="꺾인 연결선 69"/>
          <p:cNvCxnSpPr/>
          <p:nvPr/>
        </p:nvCxnSpPr>
        <p:spPr>
          <a:xfrm flipV="1">
            <a:off x="2616453" y="5929312"/>
            <a:ext cx="551491" cy="248339"/>
          </a:xfrm>
          <a:prstGeom prst="bentConnector3">
            <a:avLst>
              <a:gd name="adj1" fmla="val 59215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1728129" y="912038"/>
            <a:ext cx="1208015" cy="3306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>
                <a:latin typeface="경기천년제목 Light"/>
                <a:ea typeface="경기천년제목 Light"/>
              </a:rPr>
              <a:t>대화 객체</a:t>
            </a:r>
            <a:endParaRPr lang="ko-KR" altLang="en-US" sz="1500">
              <a:latin typeface="경기천년제목 Light"/>
              <a:ea typeface="경기천년제목 Light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187501" y="903045"/>
            <a:ext cx="1208015" cy="3306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>
                <a:latin typeface="경기천년제목 Light"/>
                <a:ea typeface="경기천년제목 Light"/>
              </a:rPr>
              <a:t>대화 객체</a:t>
            </a:r>
            <a:endParaRPr lang="ko-KR" altLang="en-US" sz="1500">
              <a:latin typeface="경기천년제목 Light"/>
              <a:ea typeface="경기천년제목 Light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6646873" y="892293"/>
            <a:ext cx="1208015" cy="3306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>
                <a:latin typeface="경기천년제목 Light"/>
                <a:ea typeface="경기천년제목 Light"/>
              </a:rPr>
              <a:t>대화 객체</a:t>
            </a:r>
            <a:endParaRPr lang="ko-KR" altLang="en-US" sz="1500">
              <a:latin typeface="경기천년제목 Light"/>
              <a:ea typeface="경기천년제목 Light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9106245" y="892293"/>
            <a:ext cx="1208015" cy="3306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>
                <a:latin typeface="경기천년제목 Light"/>
                <a:ea typeface="경기천년제목 Light"/>
              </a:rPr>
              <a:t>대화 객체</a:t>
            </a:r>
            <a:endParaRPr lang="ko-KR" altLang="en-US" sz="1500">
              <a:latin typeface="경기천년제목 Light"/>
              <a:ea typeface="경기천년제목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112</ep:Words>
  <ep:PresentationFormat>와이드스크린</ep:PresentationFormat>
  <ep:Paragraphs>39</ep:Paragraphs>
  <ep:Slides>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ep:HeadingPairs>
  <ep:TitlesOfParts>
    <vt:vector size="5" baseType="lpstr">
      <vt:lpstr>Office 테마</vt:lpstr>
      <vt:lpstr>포지 프로그래밍 주간 브리핑</vt:lpstr>
      <vt:lpstr>대화 시스템 구조 개선</vt:lpstr>
      <vt:lpstr>슬라이드 3</vt:lpstr>
      <vt:lpstr>슬라이드 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2026-03-22T13:12:18.000</dcterms:created>
  <dc:creator>gyujin sim</dc:creator>
  <cp:lastModifiedBy>D16</cp:lastModifiedBy>
  <dcterms:modified xsi:type="dcterms:W3CDTF">2026-03-23T05:44:36.439</dcterms:modified>
  <cp:revision>25</cp:revision>
  <dc:title>포지 프로그래밍 주간 브리핑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