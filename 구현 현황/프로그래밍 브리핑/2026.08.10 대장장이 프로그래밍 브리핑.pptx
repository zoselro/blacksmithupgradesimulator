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8" roundtripDataSignature="AMtx7mg+D2JNiK9DXZucyTWtMt3hLvRC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f3111f055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r>
              <a:t/>
            </a:r>
            <a:endParaRPr/>
          </a:p>
        </p:txBody>
      </p:sp>
      <p:sp>
        <p:nvSpPr>
          <p:cNvPr id="88" name="Google Shape;88;g3f3111f0559_0_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f6ab65b82c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r>
              <a:t/>
            </a:r>
            <a:endParaRPr/>
          </a:p>
        </p:txBody>
      </p:sp>
      <p:sp>
        <p:nvSpPr>
          <p:cNvPr id="94" name="Google Shape;94;g3f6ab65b82c_1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3f2aae1d105_0_1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g3f2aae1d105_0_13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g3f2aae1d105_0_1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g3f2aae1d105_0_1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g3f2aae1d105_0_1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0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9" name="Google Shape;9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0" name="Google Shape;10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ko-KR">
                <a:latin typeface="Arial"/>
                <a:ea typeface="Arial"/>
                <a:cs typeface="Arial"/>
                <a:sym typeface="Arial"/>
              </a:rPr>
              <a:t>포지</a:t>
            </a:r>
            <a:br>
              <a:rPr lang="ko-KR">
                <a:latin typeface="Arial"/>
                <a:ea typeface="Arial"/>
                <a:cs typeface="Arial"/>
                <a:sym typeface="Arial"/>
              </a:rPr>
            </a:br>
            <a:r>
              <a:rPr lang="ko-KR">
                <a:latin typeface="Arial"/>
                <a:ea typeface="Arial"/>
                <a:cs typeface="Arial"/>
                <a:sym typeface="Arial"/>
              </a:rPr>
              <a:t>프로그래밍 주간 브리핑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ko-KR">
                <a:latin typeface="Arial"/>
                <a:ea typeface="Arial"/>
                <a:cs typeface="Arial"/>
                <a:sym typeface="Arial"/>
              </a:rPr>
              <a:t>25.08.10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ko-KR">
                <a:latin typeface="Arial"/>
                <a:ea typeface="Arial"/>
                <a:cs typeface="Arial"/>
                <a:sym typeface="Arial"/>
              </a:rPr>
              <a:t>킬펫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f3111f0559_0_6"/>
          <p:cNvSpPr txBox="1"/>
          <p:nvPr>
            <p:ph idx="4294967295" type="ctrTitle"/>
          </p:nvPr>
        </p:nvSpPr>
        <p:spPr>
          <a:xfrm>
            <a:off x="542900" y="694372"/>
            <a:ext cx="10564500" cy="882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00" spcFirstLastPara="1" rIns="91400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0" i="0" lang="ko-KR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ko-KR">
                <a:latin typeface="Arial"/>
                <a:ea typeface="Arial"/>
                <a:cs typeface="Arial"/>
                <a:sym typeface="Arial"/>
              </a:rPr>
              <a:t>게임 데이터 저장 기능 추가</a:t>
            </a:r>
            <a:endParaRPr b="0" i="0" sz="4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3f3111f0559_0_6"/>
          <p:cNvSpPr txBox="1"/>
          <p:nvPr/>
        </p:nvSpPr>
        <p:spPr>
          <a:xfrm>
            <a:off x="1803950" y="2032825"/>
            <a:ext cx="8226300" cy="987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00" spcFirstLastPara="1" rIns="91400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ko-KR" sz="2500">
                <a:solidFill>
                  <a:schemeClr val="dk1"/>
                </a:solidFill>
              </a:rPr>
              <a:t>게임 진행에 필요한 골드, 방문자 수, 강화 성공·실패 횟수 등의 데이터를 CSV 파일에 저장하도록 변경 </a:t>
            </a:r>
            <a:endParaRPr i="0" sz="2500" u="none" cap="none" strike="noStrike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6ab65b82c_1_2"/>
          <p:cNvSpPr txBox="1"/>
          <p:nvPr>
            <p:ph idx="4294967295" type="ctrTitle"/>
          </p:nvPr>
        </p:nvSpPr>
        <p:spPr>
          <a:xfrm>
            <a:off x="542900" y="694372"/>
            <a:ext cx="10564500" cy="882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00" spcFirstLastPara="1" rIns="91400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>
                <a:latin typeface="Arial"/>
                <a:ea typeface="Arial"/>
                <a:cs typeface="Arial"/>
                <a:sym typeface="Arial"/>
              </a:rPr>
              <a:t>2</a:t>
            </a:r>
            <a:r>
              <a:rPr b="0" i="0" lang="ko-KR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ko-KR">
                <a:latin typeface="Arial"/>
                <a:ea typeface="Arial"/>
                <a:cs typeface="Arial"/>
                <a:sym typeface="Arial"/>
              </a:rPr>
              <a:t>게임 종료 시점에 따른 데이터 처리</a:t>
            </a:r>
            <a:endParaRPr b="0" i="0" sz="4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3f6ab65b82c_1_2"/>
          <p:cNvSpPr txBox="1"/>
          <p:nvPr/>
        </p:nvSpPr>
        <p:spPr>
          <a:xfrm>
            <a:off x="1703700" y="2189200"/>
            <a:ext cx="8784600" cy="987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00" spcFirstLastPara="1" rIns="91400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ko-KR" sz="2500">
                <a:solidFill>
                  <a:schemeClr val="dk1"/>
                </a:solidFill>
              </a:rPr>
              <a:t>단순히 데이터를 저장하는 것뿐만 아니라, 플레이어가 게임을 종료한 시점이 게임 진행의 어느 단계인지 판단하여 데이터를 복구</a:t>
            </a:r>
            <a:endParaRPr i="0" sz="2500" u="none" cap="none" strike="noStrike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2026-03-22T13:12:18Z</dcterms:created>
  <dc:creator>gyujin sim</dc:creator>
</cp:coreProperties>
</file>