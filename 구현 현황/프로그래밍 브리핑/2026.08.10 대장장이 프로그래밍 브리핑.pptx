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61" r:id="rId1"/>
  </p:sldMasterIdLst>
  <p:notesMasterIdLst>
    <p:notesMasterId r:id="rId2"/>
  </p:notesMasterIdLst>
  <p:sldIdLst>
    <p:sldId id="256" r:id="rId3"/>
    <p:sldId id="257" r:id="rId4"/>
    <p:sldId id="258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3111f055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맑은 고딕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8" name="Google Shape;88;g3f3111f0559_0_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ab65b82c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맑은 고딕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4" name="Google Shape;94;g3f6ab65b82c_1_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2aae1d105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2aae1d105_0_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f2aae1d105_0_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f2aae1d105_0_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f2aae1d105_0_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 idx="0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포지</a:t>
            </a:r>
            <a:br>
              <a:rPr lang="ko-KR">
                <a:latin typeface="Arial"/>
                <a:ea typeface="Arial"/>
                <a:cs typeface="Arial"/>
                <a:sym typeface="Arial"/>
              </a:rPr>
            </a:br>
            <a:r>
              <a:rPr lang="ko-KR">
                <a:latin typeface="Arial"/>
                <a:ea typeface="Arial"/>
                <a:cs typeface="Arial"/>
                <a:sym typeface="Arial"/>
              </a:rPr>
              <a:t>프로그래밍 주간 브리핑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25.08.1</a:t>
            </a:r>
            <a:r>
              <a:rPr lang="en-US" altLang="ko-KR">
                <a:latin typeface="Arial"/>
                <a:ea typeface="Arial"/>
                <a:cs typeface="Arial"/>
                <a:sym typeface="Arial"/>
              </a:rPr>
              <a:t>2</a:t>
            </a:r>
            <a:endParaRPr lang="en-US" altLang="ko-KR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킬펫</a:t>
            </a:r>
            <a:endParaRPr lang="ko-KR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3111f0559_0_6"/>
          <p:cNvSpPr txBox="1"/>
          <p:nvPr>
            <p:ph idx="4294967295" type="ctrTitle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ko-K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게임 데이터 저장 기능 추가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3111f0559_0_6"/>
          <p:cNvSpPr txBox="1"/>
          <p:nvPr/>
        </p:nvSpPr>
        <p:spPr>
          <a:xfrm>
            <a:off x="1803950" y="2032825"/>
            <a:ext cx="8226300" cy="9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sz="2500">
                <a:solidFill>
                  <a:schemeClr val="dk1"/>
                </a:solidFill>
              </a:rPr>
              <a:t>게임 진행에 필요한 골드, 방문자 수, 강화 성공·실패 횟수 등의 데이터를 CSV 파일에 저장하도록 변경 </a:t>
            </a:r>
            <a:endParaRPr i="0" sz="25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ab65b82c_1_2"/>
          <p:cNvSpPr txBox="1"/>
          <p:nvPr>
            <p:ph idx="4294967295" type="ctrTitle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ko-K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>
                <a:latin typeface="Arial"/>
                <a:ea typeface="Arial"/>
                <a:cs typeface="Arial"/>
                <a:sym typeface="Arial"/>
              </a:rPr>
              <a:t>게임 종료 시점에 따른 데이터 처리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6ab65b82c_1_2"/>
          <p:cNvSpPr txBox="1"/>
          <p:nvPr/>
        </p:nvSpPr>
        <p:spPr>
          <a:xfrm>
            <a:off x="1703700" y="2189200"/>
            <a:ext cx="8784600" cy="9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sz="2500">
                <a:solidFill>
                  <a:schemeClr val="dk1"/>
                </a:solidFill>
              </a:rPr>
              <a:t>단순히 데이터를 저장하는 것뿐만 아니라, 플레이어가 게임을 종료한 시점이 게임 진행의 어느 단계인지 판단하여 데이터를 복구</a:t>
            </a:r>
            <a:endParaRPr i="0" sz="25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49</ep:Words>
  <ep:PresentationFormat/>
  <ep:Paragraphs>7</ep:Paragraphs>
  <ep:Slides>3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Office 테마</vt:lpstr>
      <vt:lpstr>포지 프로그래밍 주간 브리핑</vt:lpstr>
      <vt:lpstr>1. 게임 데이터 저장 기능 추가</vt:lpstr>
      <vt:lpstr>2. 게임 종료 시점에 따른 데이터 처리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2026-03-22T13:12:18.000</dcterms:created>
  <dc:creator>gyujin sim</dc:creator>
  <cp:lastModifiedBy>d-16</cp:lastModifiedBy>
  <dcterms:modified xsi:type="dcterms:W3CDTF">2026-08-12T05:45:44.636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