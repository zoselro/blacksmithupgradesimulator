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8vuPKqWfaPy4E9JceVrmC5v3/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3111f055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95" name="Google Shape;95;g3f3111f055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2aae1d10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02" name="Google Shape;102;g3f2aae1d10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aae1d10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07" name="Google Shape;107;g3f2aae1d10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3111f055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17" name="Google Shape;117;g3f3111f055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3111f055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24" name="Google Shape;124;g3f3111f055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2aae1d105_0_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3f2aae1d105_0_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g3f2aae1d105_0_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f2aae1d105_0_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f2aae1d105_0_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2.mp4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1.xml"/><Relationship Id="rId4" Type="http://schemas.openxmlformats.org/officeDocument/2006/relationships/video" Target="../media/media2.mp4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포지</a:t>
            </a:r>
            <a:b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</a:b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프로그래밍 주간 브리핑</a:t>
            </a:r>
            <a:endParaRPr dirty="0"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dirty="0">
                <a:latin typeface="경기천년제목 Medium" panose="02020603020101020101" pitchFamily="18" charset="-127"/>
                <a:ea typeface="경기천년제목 Medium" panose="02020603020101020101" pitchFamily="18" charset="-127"/>
                <a:cs typeface="Arial"/>
                <a:sym typeface="Arial"/>
              </a:rPr>
              <a:t>25.07.06</a:t>
            </a:r>
            <a:endParaRPr dirty="0">
              <a:latin typeface="경기천년제목 Medium" panose="02020603020101020101" pitchFamily="18" charset="-127"/>
              <a:ea typeface="경기천년제목 Medium" panose="02020603020101020101" pitchFamily="18" charset="-127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  <a:cs typeface="Arial"/>
                <a:sym typeface="Arial"/>
              </a:rPr>
              <a:t>킬펫</a:t>
            </a:r>
            <a:endParaRPr dirty="0">
              <a:latin typeface="경기천년제목 Medium" panose="02020603020101020101" pitchFamily="18" charset="-127"/>
              <a:ea typeface="경기천년제목 Medium" panose="02020603020101020101" pitchFamily="18" charset="-127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Medium" panose="02020603020101020101" pitchFamily="18" charset="-127"/>
                <a:ea typeface="경기천년제목 Medium" panose="02020603020101020101" pitchFamily="18" charset="-127"/>
                <a:cs typeface="Arial"/>
                <a:sym typeface="Arial"/>
              </a:rPr>
              <a:t>1. 화면 크기 변경 시 UI 위치 변경 오류 수정</a:t>
            </a:r>
            <a:endParaRPr sz="4400" b="0" i="0" u="none" strike="noStrike" cap="none" dirty="0">
              <a:solidFill>
                <a:schemeClr val="dk1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  <a:cs typeface="Arial"/>
              <a:sym typeface="Arial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75" y="2329174"/>
            <a:ext cx="5381526" cy="319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6074" y="3073424"/>
            <a:ext cx="5958675" cy="15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3111f0559_0_18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Medium" panose="02020603020101020101" pitchFamily="18" charset="-127"/>
                <a:ea typeface="경기천년제목 Medium" panose="02020603020101020101" pitchFamily="18" charset="-127"/>
                <a:cs typeface="Arial"/>
                <a:sym typeface="Arial"/>
              </a:rPr>
              <a:t>1. 화면 크기 변경 시 UI 위치 변경 오류 수정</a:t>
            </a:r>
            <a:endParaRPr sz="4400" b="0" i="0" u="none" strike="noStrike" cap="none" dirty="0">
              <a:solidFill>
                <a:schemeClr val="dk1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  <a:cs typeface="Arial"/>
              <a:sym typeface="Arial"/>
            </a:endParaRPr>
          </a:p>
        </p:txBody>
      </p:sp>
      <p:pic>
        <p:nvPicPr>
          <p:cNvPr id="98" name="Google Shape;98;g3f3111f0559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00" y="2283899"/>
            <a:ext cx="5822876" cy="331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f3111f0559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6925" y="3189550"/>
            <a:ext cx="5261000" cy="15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2aae1d105_0_8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Medium" panose="02020603020101020101" pitchFamily="18" charset="-127"/>
                <a:ea typeface="경기천년제목 Medium" panose="02020603020101020101" pitchFamily="18" charset="-127"/>
                <a:cs typeface="Arial"/>
                <a:sym typeface="Arial"/>
              </a:rPr>
              <a:t>2. 정산 연출 흐름 수정</a:t>
            </a:r>
            <a:endParaRPr sz="4400" b="0" i="0" u="none" strike="noStrike" cap="none" dirty="0">
              <a:solidFill>
                <a:schemeClr val="dk1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  <a:cs typeface="Arial"/>
              <a:sym typeface="Arial"/>
            </a:endParaRPr>
          </a:p>
        </p:txBody>
      </p:sp>
      <p:pic>
        <p:nvPicPr>
          <p:cNvPr id="2" name="KakaoTalk_20260705_20361426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19849" y="2652842"/>
            <a:ext cx="5205301" cy="2927982"/>
          </a:xfrm>
          <a:prstGeom prst="rect">
            <a:avLst/>
          </a:prstGeom>
        </p:spPr>
      </p:pic>
      <p:pic>
        <p:nvPicPr>
          <p:cNvPr id="3" name="KakaoTalk_20260705_20363491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640894" y="2652842"/>
            <a:ext cx="5205301" cy="2927982"/>
          </a:xfrm>
          <a:prstGeom prst="rect">
            <a:avLst/>
          </a:prstGeom>
        </p:spPr>
      </p:pic>
      <p:sp>
        <p:nvSpPr>
          <p:cNvPr id="5" name="Google Shape;113;g3f2aae1d105_0_19"/>
          <p:cNvSpPr txBox="1"/>
          <p:nvPr/>
        </p:nvSpPr>
        <p:spPr>
          <a:xfrm>
            <a:off x="2054052" y="1884507"/>
            <a:ext cx="27165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"/>
              <a:buFont typeface="Arial"/>
              <a:buNone/>
            </a:pPr>
            <a:r>
              <a:rPr lang="ko-KR" sz="2500" b="0" i="0" u="none" strike="noStrike" cap="none" dirty="0">
                <a:solidFill>
                  <a:srgbClr val="0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Arial"/>
              </a:rPr>
              <a:t>수정 전</a:t>
            </a:r>
            <a:endParaRPr sz="2500" b="0" i="0" u="none" strike="noStrike" cap="none" dirty="0">
              <a:solidFill>
                <a:srgbClr val="0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  <a:sym typeface="Arial"/>
            </a:endParaRPr>
          </a:p>
        </p:txBody>
      </p:sp>
      <p:sp>
        <p:nvSpPr>
          <p:cNvPr id="6" name="Google Shape;114;g3f2aae1d105_0_19"/>
          <p:cNvSpPr txBox="1"/>
          <p:nvPr/>
        </p:nvSpPr>
        <p:spPr>
          <a:xfrm>
            <a:off x="7777358" y="1884507"/>
            <a:ext cx="27165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"/>
              <a:buFont typeface="Arial"/>
              <a:buNone/>
            </a:pPr>
            <a:r>
              <a:rPr lang="ko-KR" sz="2500" b="0" i="0" u="none" strike="noStrike" cap="none" dirty="0">
                <a:solidFill>
                  <a:srgbClr val="0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Arial"/>
              </a:rPr>
              <a:t>수정 후</a:t>
            </a:r>
            <a:endParaRPr sz="2500" b="0" i="0" u="none" strike="noStrike" cap="none" dirty="0">
              <a:solidFill>
                <a:srgbClr val="0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2aae1d105_0_19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3. 대사 </a:t>
            </a:r>
            <a:r>
              <a:rPr lang="ko-KR" dirty="0" err="1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줄바꿈</a:t>
            </a: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 적용</a:t>
            </a:r>
            <a:endParaRPr sz="4400" b="0" i="0" u="none" strike="noStrike" cap="none" dirty="0">
              <a:solidFill>
                <a:schemeClr val="dk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110" name="Google Shape;110;g3f2aae1d105_0_19"/>
          <p:cNvSpPr txBox="1"/>
          <p:nvPr/>
        </p:nvSpPr>
        <p:spPr>
          <a:xfrm>
            <a:off x="1803950" y="1987900"/>
            <a:ext cx="8042400" cy="5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dirty="0">
                <a:solidFill>
                  <a:srgbClr val="0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대사의 마침표(.)와 느낌표(!)</a:t>
            </a:r>
            <a:r>
              <a:rPr lang="ko-KR" sz="2500" dirty="0" err="1">
                <a:solidFill>
                  <a:srgbClr val="0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</a:t>
            </a:r>
            <a:r>
              <a:rPr lang="ko-KR" sz="2500" dirty="0">
                <a:solidFill>
                  <a:srgbClr val="0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기준으로 </a:t>
            </a:r>
            <a:r>
              <a:rPr lang="ko-KR" sz="2500" dirty="0" err="1">
                <a:solidFill>
                  <a:srgbClr val="0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줄바꿈이</a:t>
            </a:r>
            <a:r>
              <a:rPr lang="ko-KR" sz="2500" dirty="0">
                <a:solidFill>
                  <a:srgbClr val="0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되</a:t>
            </a:r>
            <a:r>
              <a:rPr lang="ko-KR" sz="25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던 것을 </a:t>
            </a:r>
            <a:r>
              <a:rPr lang="ko-KR" sz="25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줄바꿈</a:t>
            </a:r>
            <a:r>
              <a:rPr lang="ko-KR" sz="25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문자 ‘\</a:t>
            </a:r>
            <a:r>
              <a:rPr lang="ko-KR" sz="25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n’을</a:t>
            </a:r>
            <a:r>
              <a:rPr lang="ko-KR" sz="25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삽입 하여 적용</a:t>
            </a:r>
            <a:endParaRPr sz="2500" dirty="0">
              <a:solidFill>
                <a:srgbClr val="0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pic>
        <p:nvPicPr>
          <p:cNvPr id="111" name="Google Shape;111;g3f2aae1d105_0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2838" y="3093501"/>
            <a:ext cx="5314250" cy="29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f2aae1d105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4913" y="3093501"/>
            <a:ext cx="5286946" cy="29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f2aae1d105_0_19"/>
          <p:cNvSpPr txBox="1"/>
          <p:nvPr/>
        </p:nvSpPr>
        <p:spPr>
          <a:xfrm>
            <a:off x="2044999" y="2574107"/>
            <a:ext cx="27165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"/>
              <a:buFont typeface="Arial"/>
              <a:buNone/>
            </a:pPr>
            <a:r>
              <a:rPr lang="ko-KR" sz="2500" b="0" i="0" u="none" strike="noStrike" cap="none" dirty="0">
                <a:solidFill>
                  <a:srgbClr val="0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Arial"/>
              </a:rPr>
              <a:t>수정 전</a:t>
            </a:r>
            <a:endParaRPr sz="2500" b="0" i="0" u="none" strike="noStrike" cap="none" dirty="0">
              <a:solidFill>
                <a:srgbClr val="0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  <a:sym typeface="Arial"/>
            </a:endParaRPr>
          </a:p>
        </p:txBody>
      </p:sp>
      <p:sp>
        <p:nvSpPr>
          <p:cNvPr id="114" name="Google Shape;114;g3f2aae1d105_0_19"/>
          <p:cNvSpPr txBox="1"/>
          <p:nvPr/>
        </p:nvSpPr>
        <p:spPr>
          <a:xfrm>
            <a:off x="7768305" y="2574107"/>
            <a:ext cx="27165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"/>
              <a:buFont typeface="Arial"/>
              <a:buNone/>
            </a:pPr>
            <a:r>
              <a:rPr lang="ko-KR" sz="2500" b="0" i="0" u="none" strike="noStrike" cap="none" dirty="0">
                <a:solidFill>
                  <a:srgbClr val="0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Arial"/>
              </a:rPr>
              <a:t>수정 후</a:t>
            </a:r>
            <a:endParaRPr sz="2500" b="0" i="0" u="none" strike="noStrike" cap="none" dirty="0">
              <a:solidFill>
                <a:srgbClr val="0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3111f0559_0_2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4. </a:t>
            </a:r>
            <a:r>
              <a:rPr lang="ko-KR" dirty="0" err="1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에픽</a:t>
            </a: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 장검 이미지 누락 현상 수정</a:t>
            </a:r>
            <a:endParaRPr sz="4400" b="0" i="0" u="none" strike="noStrike" cap="none" dirty="0">
              <a:solidFill>
                <a:schemeClr val="dk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pic>
        <p:nvPicPr>
          <p:cNvPr id="120" name="Google Shape;120;g3f3111f0559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550" y="2604799"/>
            <a:ext cx="5226075" cy="27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f3111f0559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375" y="2600800"/>
            <a:ext cx="5226076" cy="2782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111f0559_0_6"/>
          <p:cNvSpPr txBox="1">
            <a:spLocks noGrp="1"/>
          </p:cNvSpPr>
          <p:nvPr>
            <p:ph type="ctrTitle" idx="4294967295"/>
          </p:nvPr>
        </p:nvSpPr>
        <p:spPr>
          <a:xfrm>
            <a:off x="542900" y="694372"/>
            <a:ext cx="10564500" cy="8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5. NPC </a:t>
            </a:r>
            <a:r>
              <a:rPr lang="ko-KR" dirty="0" err="1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프리팹</a:t>
            </a:r>
            <a:r>
              <a:rPr lang="ko-KR" dirty="0">
                <a:latin typeface="경기천년제목 Bold" panose="02020803020101020101" pitchFamily="18" charset="-127"/>
                <a:ea typeface="경기천년제목 Bold" panose="02020803020101020101" pitchFamily="18" charset="-127"/>
                <a:cs typeface="Arial"/>
                <a:sym typeface="Arial"/>
              </a:rPr>
              <a:t> 160종 제작</a:t>
            </a:r>
            <a:endParaRPr sz="4400" b="0" i="0" u="none" strike="noStrike" cap="none" dirty="0">
              <a:solidFill>
                <a:schemeClr val="dk1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  <a:cs typeface="Arial"/>
              <a:sym typeface="Arial"/>
            </a:endParaRPr>
          </a:p>
        </p:txBody>
      </p:sp>
      <p:sp>
        <p:nvSpPr>
          <p:cNvPr id="127" name="Google Shape;127;g3f3111f0559_0_6"/>
          <p:cNvSpPr txBox="1"/>
          <p:nvPr/>
        </p:nvSpPr>
        <p:spPr>
          <a:xfrm>
            <a:off x="1803950" y="2590125"/>
            <a:ext cx="8042400" cy="5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성향 4종, 성별2종, NPC 타입 3종과 </a:t>
            </a:r>
            <a:r>
              <a:rPr lang="ko-KR" sz="25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성향별</a:t>
            </a:r>
            <a:r>
              <a:rPr lang="ko-KR" sz="25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다양한 표정을 조합하여 160종의 NPC </a:t>
            </a:r>
            <a:r>
              <a:rPr lang="ko-KR" sz="2500" dirty="0" err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프리팹을</a:t>
            </a:r>
            <a:r>
              <a:rPr lang="ko-KR" sz="25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제작</a:t>
            </a:r>
            <a:endParaRPr sz="2500" dirty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와이드스크린</PresentationFormat>
  <Paragraphs>15</Paragraphs>
  <Slides>7</Slides>
  <Notes>7</Notes>
  <HiddenSlides>0</HiddenSlides>
  <MMClips>2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경기천년바탕 Regular</vt:lpstr>
      <vt:lpstr>경기천년제목 Bold</vt:lpstr>
      <vt:lpstr>경기천년제목 Medium</vt:lpstr>
      <vt:lpstr>Malgun Gothic</vt:lpstr>
      <vt:lpstr>Arial</vt:lpstr>
      <vt:lpstr>Office 테마</vt:lpstr>
      <vt:lpstr>포지 프로그래밍 주간 브리핑</vt:lpstr>
      <vt:lpstr>1. 화면 크기 변경 시 UI 위치 변경 오류 수정</vt:lpstr>
      <vt:lpstr>1. 화면 크기 변경 시 UI 위치 변경 오류 수정</vt:lpstr>
      <vt:lpstr>2. 정산 연출 흐름 수정</vt:lpstr>
      <vt:lpstr>3. 대사 줄바꿈 적용</vt:lpstr>
      <vt:lpstr>4. 에픽 장검 이미지 누락 현상 수정</vt:lpstr>
      <vt:lpstr>5. NPC 프리팹 160종 제작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포지 프로그래밍 주간 브리핑</dc:title>
  <dc:creator>gyujin sim</dc:creator>
  <cp:lastModifiedBy>gyujin sim</cp:lastModifiedBy>
  <cp:revision>1</cp:revision>
  <dcterms:created xsi:type="dcterms:W3CDTF">2026-03-22T13:12:18Z</dcterms:created>
  <dcterms:modified xsi:type="dcterms:W3CDTF">2026-07-05T14:29:47Z</dcterms:modified>
</cp:coreProperties>
</file>