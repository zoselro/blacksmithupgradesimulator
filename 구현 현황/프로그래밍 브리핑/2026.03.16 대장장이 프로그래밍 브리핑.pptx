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3" r:id="rId1"/>
  </p:sldMasterIdLst>
  <p:sldIdLst>
    <p:sldId id="257" r:id="rId2"/>
    <p:sldId id="258" r:id="rId3"/>
    <p:sldId id="259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14" y="108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9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62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63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71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671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01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70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7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10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083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73494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8D85F-FFDF-4659-98A2-E6216E6F7E5A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07938-C75C-4328-BD98-7A360201F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44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포지</a:t>
            </a:r>
            <a:r>
              <a:rPr lang="en-US" altLang="ko-KR">
                <a:latin typeface="경기천년제목 Bold"/>
                <a:ea typeface="경기천년제목 Bold"/>
              </a:rPr>
              <a:t/>
            </a:r>
            <a:br>
              <a:rPr lang="en-US" altLang="ko-KR">
                <a:latin typeface="경기천년제목 Bold"/>
                <a:ea typeface="경기천년제목 Bold"/>
              </a:rPr>
            </a:br>
            <a:r>
              <a:rPr lang="ko-KR" altLang="en-US">
                <a:latin typeface="경기천년제목 Bold"/>
                <a:ea typeface="경기천년제목 Bold"/>
              </a:rPr>
              <a:t>프로그래밍 주간 브리핑</a:t>
            </a:r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>
              <a:defRPr/>
            </a:pPr>
            <a:r>
              <a:rPr lang="en-US" altLang="ko-KR" dirty="0" smtClean="0">
                <a:latin typeface="경기천년제목 Light"/>
                <a:ea typeface="경기천년제목 Light"/>
              </a:rPr>
              <a:t>25.03.16</a:t>
            </a:r>
            <a:endParaRPr lang="en-US" altLang="ko-KR" dirty="0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 dirty="0" err="1">
                <a:latin typeface="경기천년제목 Light"/>
                <a:ea typeface="경기천년제목 Light"/>
              </a:rPr>
              <a:t>킬펫</a:t>
            </a:r>
            <a:endParaRPr lang="ko-KR" altLang="en-US" dirty="0">
              <a:latin typeface="경기천년제목 Light"/>
              <a:ea typeface="경기천년제목 Light"/>
            </a:endParaRPr>
          </a:p>
          <a:p>
            <a:pPr lvl="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11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목차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20" name="부제목 2"/>
          <p:cNvSpPr txBox="1"/>
          <p:nvPr/>
        </p:nvSpPr>
        <p:spPr>
          <a:xfrm>
            <a:off x="1524000" y="1949406"/>
            <a:ext cx="9144000" cy="436750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게임 진행 방식 개선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endParaRPr lang="en-US" altLang="ko-KR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en-US" altLang="ko-KR">
                <a:latin typeface="경기천년바탕 Regular"/>
                <a:ea typeface="경기천년바탕 Regular"/>
              </a:rPr>
              <a:t>UI </a:t>
            </a:r>
            <a:r>
              <a:rPr lang="ko-KR" altLang="en-US">
                <a:latin typeface="경기천년바탕 Regular"/>
                <a:ea typeface="경기천년바탕 Regular"/>
              </a:rPr>
              <a:t>관리자 역할 분리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 marL="0" indent="0">
              <a:buNone/>
              <a:defRPr/>
            </a:pPr>
            <a:endParaRPr lang="en-US" altLang="ko-KR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대화 관리 방식 개선</a:t>
            </a:r>
            <a:endParaRPr lang="ko-KR" altLang="en-US">
              <a:latin typeface="경기천년바탕 Regular"/>
              <a:ea typeface="경기천년바탕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1. </a:t>
            </a:r>
            <a:r>
              <a:rPr lang="ko-KR" altLang="en-US">
                <a:latin typeface="경기천년제목 Bold"/>
                <a:ea typeface="경기천년제목 Bold"/>
              </a:rPr>
              <a:t>게임 진행 방식 개선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20" name="부제목 2"/>
          <p:cNvSpPr txBox="1"/>
          <p:nvPr/>
        </p:nvSpPr>
        <p:spPr>
          <a:xfrm>
            <a:off x="1524000" y="1949407"/>
            <a:ext cx="9144000" cy="16557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씬 전환 제거 </a:t>
            </a:r>
            <a:r>
              <a:rPr lang="en-US" altLang="ko-KR">
                <a:latin typeface="경기천년바탕 Regular"/>
                <a:ea typeface="경기천년바탕 Regular"/>
              </a:rPr>
              <a:t>(</a:t>
            </a:r>
            <a:r>
              <a:rPr lang="ko-KR" altLang="en-US">
                <a:latin typeface="경기천년바탕 Regular"/>
                <a:ea typeface="경기천년바탕 Regular"/>
              </a:rPr>
              <a:t>작업 진행중</a:t>
            </a:r>
            <a:r>
              <a:rPr lang="en-US" altLang="ko-KR">
                <a:latin typeface="경기천년바탕 Regular"/>
                <a:ea typeface="경기천년바탕 Regular"/>
              </a:rPr>
              <a:t>)</a:t>
            </a:r>
            <a:endParaRPr lang="en-US" altLang="ko-KR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현재 강화 의뢰 단계까지</a:t>
            </a:r>
            <a:r>
              <a:rPr lang="en-US" altLang="ko-KR">
                <a:latin typeface="경기천년바탕 Regular"/>
                <a:ea typeface="경기천년바탕 Regular"/>
              </a:rPr>
              <a:t> </a:t>
            </a:r>
            <a:r>
              <a:rPr lang="ko-KR" altLang="en-US">
                <a:latin typeface="경기천년바탕 Regular"/>
                <a:ea typeface="경기천년바탕 Regular"/>
              </a:rPr>
              <a:t>구현 완료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endParaRPr lang="en-US" altLang="ko-KR">
              <a:latin typeface="경기천년바탕 Regular"/>
              <a:ea typeface="경기천년바탕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2. UI </a:t>
            </a:r>
            <a:r>
              <a:rPr lang="ko-KR" altLang="en-US">
                <a:latin typeface="경기천년제목 Bold"/>
                <a:ea typeface="경기천년제목 Bold"/>
              </a:rPr>
              <a:t>관리자 역할 분리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20" name="부제목 2"/>
          <p:cNvSpPr txBox="1"/>
          <p:nvPr/>
        </p:nvSpPr>
        <p:spPr>
          <a:xfrm>
            <a:off x="1206500" y="1481393"/>
            <a:ext cx="5637194" cy="242125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- UI </a:t>
            </a:r>
            <a:r>
              <a:rPr lang="ko-KR" altLang="en-US">
                <a:latin typeface="경기천년제목 Bold"/>
                <a:ea typeface="경기천년제목 Bold"/>
              </a:rPr>
              <a:t>관리자</a:t>
            </a:r>
            <a:endParaRPr lang="ko-KR" altLang="en-US">
              <a:latin typeface="경기천년제목 Bold"/>
              <a:ea typeface="경기천년제목 Bold"/>
            </a:endParaRPr>
          </a:p>
          <a:p>
            <a:pPr>
              <a:defRPr/>
            </a:pPr>
            <a:r>
              <a:rPr lang="en-US" altLang="ko-KR">
                <a:latin typeface="경기천년바탕 Regular"/>
                <a:ea typeface="경기천년바탕 Regular"/>
              </a:rPr>
              <a:t>- </a:t>
            </a:r>
            <a:r>
              <a:rPr lang="ko-KR" altLang="en-US">
                <a:latin typeface="경기천년바탕 Regular"/>
                <a:ea typeface="경기천년바탕 Regular"/>
              </a:rPr>
              <a:t>대화 텍스트 및 이름 표시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en-US" altLang="ko-KR">
                <a:latin typeface="경기천년바탕 Regular"/>
                <a:ea typeface="경기천년바탕 Regular"/>
              </a:rPr>
              <a:t>- </a:t>
            </a:r>
            <a:r>
              <a:rPr lang="ko-KR" altLang="en-US">
                <a:latin typeface="경기천년바탕 Regular"/>
                <a:ea typeface="경기천년바탕 Regular"/>
              </a:rPr>
              <a:t>일일 정산창 표시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en-US" altLang="ko-KR">
                <a:latin typeface="경기천년바탕 Regular"/>
                <a:ea typeface="경기천년바탕 Regular"/>
              </a:rPr>
              <a:t>- NPC </a:t>
            </a:r>
            <a:r>
              <a:rPr lang="ko-KR" altLang="en-US">
                <a:latin typeface="경기천년바탕 Regular"/>
                <a:ea typeface="경기천년바탕 Regular"/>
              </a:rPr>
              <a:t>및 대장장이 스프라이트 표시</a:t>
            </a:r>
            <a:endParaRPr lang="en-US" altLang="ko-KR">
              <a:latin typeface="경기천년바탕 Regular"/>
              <a:ea typeface="경기천년바탕 Regular"/>
            </a:endParaRPr>
          </a:p>
        </p:txBody>
      </p:sp>
      <p:sp>
        <p:nvSpPr>
          <p:cNvPr id="4" name="부제목 2"/>
          <p:cNvSpPr txBox="1"/>
          <p:nvPr/>
        </p:nvSpPr>
        <p:spPr>
          <a:xfrm>
            <a:off x="1312334" y="3817109"/>
            <a:ext cx="4239237" cy="242125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- </a:t>
            </a:r>
            <a:r>
              <a:rPr lang="ko-KR" altLang="en-US">
                <a:latin typeface="경기천년제목 Bold"/>
                <a:ea typeface="경기천년제목 Bold"/>
              </a:rPr>
              <a:t>상태 값 표시 </a:t>
            </a:r>
            <a:r>
              <a:rPr lang="en-US" altLang="ko-KR">
                <a:latin typeface="경기천년제목 Bold"/>
                <a:ea typeface="경기천년제목 Bold"/>
              </a:rPr>
              <a:t>UI</a:t>
            </a:r>
            <a:r>
              <a:rPr lang="ko-KR" altLang="en-US">
                <a:latin typeface="경기천년제목 Bold"/>
                <a:ea typeface="경기천년제목 Bold"/>
              </a:rPr>
              <a:t> 관리자</a:t>
            </a:r>
            <a:endParaRPr lang="ko-KR" altLang="en-US">
              <a:latin typeface="경기천년제목 Bold"/>
              <a:ea typeface="경기천년제목 Bold"/>
            </a:endParaRPr>
          </a:p>
          <a:p>
            <a:pPr>
              <a:defRPr/>
            </a:pPr>
            <a:r>
              <a:rPr lang="en-US" altLang="ko-KR">
                <a:latin typeface="경기천년바탕 Regular"/>
                <a:ea typeface="경기천년바탕 Regular"/>
              </a:rPr>
              <a:t>- </a:t>
            </a:r>
            <a:r>
              <a:rPr lang="ko-KR" altLang="en-US">
                <a:latin typeface="경기천년바탕 Regular"/>
                <a:ea typeface="경기천년바탕 Regular"/>
              </a:rPr>
              <a:t>골드 표시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en-US" altLang="ko-KR">
                <a:latin typeface="경기천년바탕 Regular"/>
                <a:ea typeface="경기천년바탕 Regular"/>
              </a:rPr>
              <a:t>- </a:t>
            </a:r>
            <a:r>
              <a:rPr lang="ko-KR" altLang="en-US">
                <a:latin typeface="경기천년바탕 Regular"/>
                <a:ea typeface="경기천년바탕 Regular"/>
              </a:rPr>
              <a:t>방문자 수 및 일차 수 표시</a:t>
            </a:r>
            <a:endParaRPr lang="en-US" altLang="ko-KR">
              <a:latin typeface="경기천년바탕 Regular"/>
              <a:ea typeface="경기천년바탕 Regular"/>
            </a:endParaRPr>
          </a:p>
        </p:txBody>
      </p:sp>
      <p:sp>
        <p:nvSpPr>
          <p:cNvPr id="5" name="부제목 2"/>
          <p:cNvSpPr txBox="1"/>
          <p:nvPr/>
        </p:nvSpPr>
        <p:spPr>
          <a:xfrm>
            <a:off x="6878972" y="2580022"/>
            <a:ext cx="4538445" cy="242125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- </a:t>
            </a:r>
            <a:r>
              <a:rPr lang="ko-KR" altLang="en-US">
                <a:latin typeface="경기천년제목 Bold"/>
                <a:ea typeface="경기천년제목 Bold"/>
              </a:rPr>
              <a:t>강화 </a:t>
            </a:r>
            <a:r>
              <a:rPr lang="en-US" altLang="ko-KR">
                <a:latin typeface="경기천년제목 Bold"/>
                <a:ea typeface="경기천년제목 Bold"/>
              </a:rPr>
              <a:t>UI </a:t>
            </a:r>
            <a:r>
              <a:rPr lang="ko-KR" altLang="en-US">
                <a:latin typeface="경기천년제목 Bold"/>
                <a:ea typeface="경기천년제목 Bold"/>
              </a:rPr>
              <a:t>관리자</a:t>
            </a:r>
            <a:r>
              <a:rPr lang="en-US" altLang="ko-KR">
                <a:latin typeface="경기천년제목 Bold"/>
                <a:ea typeface="경기천년제목 Bold"/>
              </a:rPr>
              <a:t>(</a:t>
            </a:r>
            <a:r>
              <a:rPr lang="ko-KR" altLang="en-US">
                <a:latin typeface="경기천년제목 Bold"/>
                <a:ea typeface="경기천년제목 Bold"/>
              </a:rPr>
              <a:t>진행 예정</a:t>
            </a:r>
            <a:r>
              <a:rPr lang="en-US" altLang="ko-KR">
                <a:latin typeface="경기천년제목 Bold"/>
                <a:ea typeface="경기천년제목 Bold"/>
              </a:rPr>
              <a:t>)</a:t>
            </a:r>
            <a:endParaRPr lang="en-US" altLang="ko-KR">
              <a:latin typeface="경기천년제목 Bold"/>
              <a:ea typeface="경기천년제목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3. </a:t>
            </a:r>
            <a:r>
              <a:rPr lang="ko-KR" altLang="en-US">
                <a:latin typeface="경기천년제목 Bold"/>
                <a:ea typeface="경기천년제목 Bold"/>
              </a:rPr>
              <a:t>대화 관리 방식 개선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20" name="부제목 2"/>
          <p:cNvSpPr txBox="1"/>
          <p:nvPr/>
        </p:nvSpPr>
        <p:spPr>
          <a:xfrm>
            <a:off x="1524000" y="1949407"/>
            <a:ext cx="3081556" cy="16557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기존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endParaRPr lang="en-US" altLang="ko-KR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대사 출력 관리자</a:t>
            </a:r>
            <a:endParaRPr lang="ko-KR" altLang="en-US">
              <a:latin typeface="경기천년바탕 Regular"/>
              <a:ea typeface="경기천년바탕 Regular"/>
            </a:endParaRPr>
          </a:p>
        </p:txBody>
      </p:sp>
      <p:sp>
        <p:nvSpPr>
          <p:cNvPr id="4" name="부제목 2"/>
          <p:cNvSpPr txBox="1"/>
          <p:nvPr/>
        </p:nvSpPr>
        <p:spPr>
          <a:xfrm>
            <a:off x="6508459" y="1949407"/>
            <a:ext cx="3081556" cy="16557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변경</a:t>
            </a:r>
            <a:endParaRPr lang="ko-KR" altLang="en-US">
              <a:latin typeface="경기천년바탕 Regular"/>
              <a:ea typeface="경기천년바탕 Regular"/>
            </a:endParaRPr>
          </a:p>
          <a:p>
            <a:pPr>
              <a:defRPr/>
            </a:pPr>
            <a:endParaRPr lang="en-US" altLang="ko-KR">
              <a:latin typeface="경기천년바탕 Regular"/>
              <a:ea typeface="경기천년바탕 Regular"/>
            </a:endParaRPr>
          </a:p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게임 총 관리자</a:t>
            </a:r>
            <a:endParaRPr lang="ko-KR" altLang="en-US">
              <a:latin typeface="경기천년바탕 Regular"/>
              <a:ea typeface="경기천년바탕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3. </a:t>
            </a:r>
            <a:r>
              <a:rPr lang="ko-KR" altLang="en-US">
                <a:latin typeface="경기천년제목 Bold"/>
                <a:ea typeface="경기천년제목 Bold"/>
              </a:rPr>
              <a:t>진행 예정 사항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20" name="부제목 2"/>
          <p:cNvSpPr txBox="1"/>
          <p:nvPr/>
        </p:nvSpPr>
        <p:spPr>
          <a:xfrm>
            <a:off x="1523999" y="1949407"/>
            <a:ext cx="3492617" cy="16557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>
                <a:latin typeface="경기천년바탕 Regular"/>
                <a:ea typeface="경기천년바탕 Regular"/>
              </a:rPr>
              <a:t>강화 진행 방식 통합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>
              <a:defRPr/>
            </a:pPr>
            <a:endParaRPr lang="en-US" altLang="ko-KR">
              <a:latin typeface="경기천년제목 Light"/>
              <a:ea typeface="경기천년제목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89</ep:Words>
  <ep:PresentationFormat>와이드스크린</ep:PresentationFormat>
  <ep:Paragraphs>26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포지 프로그래밍 주간 브리핑</vt:lpstr>
      <vt:lpstr>목차</vt:lpstr>
      <vt:lpstr>1. 게임 진행 방식 개선</vt:lpstr>
      <vt:lpstr>2. UI 관리자 역할 분리</vt:lpstr>
      <vt:lpstr>3. 대화 관리 방식 개선</vt:lpstr>
      <vt:lpstr>3. 진행 예정 사항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2026-03-15T13:56:00.000</dcterms:created>
  <dc:creator>gyujin sim</dc:creator>
  <cp:lastModifiedBy>D16</cp:lastModifiedBy>
  <dcterms:modified xsi:type="dcterms:W3CDTF">2026-03-16T05:42:47.752</dcterms:modified>
  <cp:revision>26</cp:revision>
  <dc:title>포지 프로그래밍 주간 브리핑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