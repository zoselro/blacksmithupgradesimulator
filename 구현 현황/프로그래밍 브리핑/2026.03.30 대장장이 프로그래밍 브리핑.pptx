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67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2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8" name="Google Shape;88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cb42e955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5" name="Google Shape;115;g3dcb42e955a_0_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cb42e955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22" name="Google Shape;122;g3dcb42e955a_0_3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 idx="0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포지</a:t>
            </a:r>
            <a:br>
              <a:rPr lang="ko-KR">
                <a:latin typeface="Arial"/>
                <a:ea typeface="Arial"/>
                <a:cs typeface="Arial"/>
                <a:sym typeface="Arial"/>
              </a:rPr>
            </a:br>
            <a:r>
              <a:rPr lang="ko-KR">
                <a:latin typeface="Arial"/>
                <a:ea typeface="Arial"/>
                <a:cs typeface="Arial"/>
                <a:sym typeface="Arial"/>
              </a:rPr>
              <a:t>프로그래밍 주간 브리핑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25.03.30</a:t>
            </a:r>
            <a:endParaRPr lang="ko-KR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킬펫</a:t>
            </a:r>
            <a:endParaRPr lang="ko-KR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/>
          <p:nvPr/>
        </p:nvSpPr>
        <p:spPr>
          <a:xfrm>
            <a:off x="959351" y="822135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대장장이 하루 시작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808110" y="822135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방문 연출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720385" y="822138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대장장이 인사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725986" y="822063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NPC 방문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929612" y="2439213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NPC 의뢰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728738" y="2439213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의뢰할 아이템 </a:t>
            </a:r>
            <a:endParaRPr lang="ko-KR"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보기 및 강화하기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527912" y="2439278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강화하기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136024" y="4848125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대장장이 강화 결과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127711" y="4848125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NPC 의뢰 완료   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926838" y="4848125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NPC 퇴장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249546" y="1245473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226797" y="2921579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224045" y="1304429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27671" y="2921579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625771" y="5330492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431888" y="5330491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725963" y="4848125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방문 연출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9231013" y="5271463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161920" y="1304466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026083" y="2921566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34182" y="5330516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ctrTitle" idx="4294967295"/>
          </p:nvPr>
        </p:nvSpPr>
        <p:spPr>
          <a:xfrm>
            <a:off x="3278550" y="181075"/>
            <a:ext cx="5492400" cy="4524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임시 구현 완료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>
            <a:spLocks noGrp="1"/>
          </p:cNvSpPr>
          <p:nvPr>
            <p:ph type="ctrTitle" idx="4294967295"/>
          </p:nvPr>
        </p:nvSpPr>
        <p:spPr>
          <a:xfrm>
            <a:off x="3278550" y="4275313"/>
            <a:ext cx="5492400" cy="4524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구현 예정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"/>
          <p:cNvCxnSpPr/>
          <p:nvPr/>
        </p:nvCxnSpPr>
        <p:spPr>
          <a:xfrm>
            <a:off x="0" y="4014391"/>
            <a:ext cx="12183136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cb42e955a_0_6"/>
          <p:cNvSpPr txBox="1">
            <a:spLocks noGrp="1"/>
          </p:cNvSpPr>
          <p:nvPr>
            <p:ph type="ctrTitle" idx="4294967295"/>
          </p:nvPr>
        </p:nvSpPr>
        <p:spPr>
          <a:xfrm>
            <a:off x="3301200" y="226325"/>
            <a:ext cx="5492400" cy="88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무기 정보 보기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3dcb42e955a_0_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186338" y="1657400"/>
            <a:ext cx="5805446" cy="317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dcb42e955a_0_6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6105618" y="1657400"/>
            <a:ext cx="5900046" cy="317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cb42e955a_0_37"/>
          <p:cNvSpPr txBox="1"/>
          <p:nvPr>
            <p:ph idx="4294967295" type="ctrTitle"/>
          </p:nvPr>
        </p:nvSpPr>
        <p:spPr>
          <a:xfrm>
            <a:off x="3301200" y="226325"/>
            <a:ext cx="54924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강화 단계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g3dcb42e955a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125" y="1451900"/>
            <a:ext cx="5232393" cy="28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dcb42e955a_0_37"/>
          <p:cNvSpPr txBox="1"/>
          <p:nvPr>
            <p:ph idx="4294967295" type="ctrTitle"/>
          </p:nvPr>
        </p:nvSpPr>
        <p:spPr>
          <a:xfrm>
            <a:off x="8392900" y="4937250"/>
            <a:ext cx="37161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임시 로직 : 3초 대기 후 결과 출력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dcb42e955a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2755" y="1451900"/>
            <a:ext cx="5132774" cy="2773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dcb42e955a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9600" y="4354826"/>
            <a:ext cx="4335400" cy="235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56</ep:Words>
  <ep:PresentationFormat/>
  <ep:Paragraphs>20</ep:Paragraphs>
  <ep:Slides>4</ep:Slides>
  <ep:Notes>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Office 테마</vt:lpstr>
      <vt:lpstr>포지 프로그래밍 주간 브리핑</vt:lpstr>
      <vt:lpstr>임시 구현 완료</vt:lpstr>
      <vt:lpstr>무기 정보 보기</vt:lpstr>
      <vt:lpstr>강화 단계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2026-03-22T13:12:18.000</dcterms:created>
  <dc:creator>gyujin sim</dc:creator>
  <cp:lastModifiedBy>D16</cp:lastModifiedBy>
  <dcterms:modified xsi:type="dcterms:W3CDTF">2026-03-30T06:04:06.996</dcterms:modified>
  <cp:revision>8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