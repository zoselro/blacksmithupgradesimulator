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6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2" name="Google Shape;82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8" name="Google Shape;88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cb42e955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6" name="Google Shape;96;g3dcb42e955a_0_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cb42e955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2" name="Google Shape;102;g3dcb42e955a_0_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59063ff1b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08" name="Google Shape;108;g3d59063ff1b_2_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 idx="0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V Bold"/>
                <a:ea typeface="경기천년제목V Bold"/>
                <a:cs typeface="Arial"/>
                <a:sym typeface="Arial"/>
              </a:rPr>
              <a:t>포지</a:t>
            </a:r>
            <a:br>
              <a:rPr lang="ko-KR">
                <a:ea typeface="경기천년제목V Bold"/>
                <a:cs typeface="Arial"/>
                <a:sym typeface="Arial"/>
              </a:rPr>
            </a:br>
            <a:r>
              <a:rPr lang="ko-KR">
                <a:latin typeface="경기천년제목V Bold"/>
                <a:ea typeface="경기천년제목V Bold"/>
                <a:cs typeface="Arial"/>
                <a:sym typeface="Arial"/>
              </a:rPr>
              <a:t>프로그래밍 주간 브리핑</a:t>
            </a:r>
            <a:endParaRPr>
              <a:latin typeface="경기천년제목V Bold"/>
              <a:ea typeface="경기천년제목V Bold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경기천년제목 Medium"/>
                <a:ea typeface="경기천년제목 Medium"/>
                <a:cs typeface="Arial"/>
                <a:sym typeface="Arial"/>
              </a:rPr>
              <a:t>25.04.13</a:t>
            </a:r>
            <a:endParaRPr lang="ko-KR">
              <a:latin typeface="경기천년제목 Medium"/>
              <a:ea typeface="경기천년제목 Medium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ko-KR">
                <a:latin typeface="경기천년제목 Medium"/>
                <a:ea typeface="경기천년제목 Medium"/>
                <a:cs typeface="Arial"/>
                <a:sym typeface="Arial"/>
              </a:rPr>
              <a:t>킬펫</a:t>
            </a:r>
            <a:endParaRPr lang="ko-KR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6606975" y="1750150"/>
            <a:ext cx="5193900" cy="282855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 txBox="1">
            <a:spLocks noGrp="1"/>
          </p:cNvSpPr>
          <p:nvPr>
            <p:ph type="ctrTitle" idx="4294967295"/>
          </p:nvPr>
        </p:nvSpPr>
        <p:spPr>
          <a:xfrm>
            <a:off x="3301200" y="226325"/>
            <a:ext cx="54924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UI </a:t>
            </a:r>
            <a:r>
              <a:rPr lang="ko-KR" altLang="en-US">
                <a:latin typeface="경기천년제목 Bold"/>
                <a:ea typeface="경기천년제목 Bold"/>
                <a:cs typeface="Arial"/>
                <a:sym typeface="Arial"/>
              </a:rPr>
              <a:t>변경</a:t>
            </a:r>
            <a:endParaRPr lang="ko-KR" altLang="en-US"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pic>
        <p:nvPicPr>
          <p:cNvPr id="92" name="Google Shape;92;p3"/>
          <p:cNvPicPr/>
          <p:nvPr/>
        </p:nvPicPr>
        <p:blipFill rotWithShape="1">
          <a:blip r:embed="rId4">
            <a:alphaModFix/>
          </a:blip>
          <a:stretch>
            <a:fillRect/>
          </a:stretch>
        </p:blipFill>
        <p:spPr>
          <a:xfrm>
            <a:off x="275300" y="1750149"/>
            <a:ext cx="5407415" cy="29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5923925" y="2900525"/>
            <a:ext cx="479100" cy="51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w="sm" len="sm"/>
            <a:tailEnd w="sm" len="sm"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b42e955a_0_6"/>
          <p:cNvSpPr txBox="1">
            <a:spLocks noGrp="1"/>
          </p:cNvSpPr>
          <p:nvPr>
            <p:ph type="ctrTitle" idx="4294967295"/>
          </p:nvPr>
        </p:nvSpPr>
        <p:spPr>
          <a:xfrm>
            <a:off x="2183892" y="216403"/>
            <a:ext cx="7824215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강화 결과 NPC 반응 대사 제거</a:t>
            </a: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99" name="Google Shape;99;g3dcb42e955a_0_6"/>
          <p:cNvSpPr txBox="1">
            <a:spLocks noGrp="1"/>
          </p:cNvSpPr>
          <p:nvPr>
            <p:ph type="subTitle" idx="4294967295"/>
          </p:nvPr>
        </p:nvSpPr>
        <p:spPr>
          <a:xfrm>
            <a:off x="58500" y="2495925"/>
            <a:ext cx="12075000" cy="1655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5000"/>
              <a:buNone/>
              <a:defRPr/>
            </a:pPr>
            <a:r>
              <a:rPr lang="ko-KR">
                <a:latin typeface="경기천년바탕 Bold"/>
                <a:ea typeface="경기천년바탕 Bold"/>
                <a:cs typeface="Arial"/>
                <a:sym typeface="Arial"/>
              </a:rPr>
              <a:t>변경 전 : 강화 → 대장장이 반응 대사 → 강화 결과 NPC 대사 → NPC 퇴장 대사</a:t>
            </a:r>
            <a:endParaRPr lang="ko-KR">
              <a:latin typeface="경기천년바탕 Bold"/>
              <a:ea typeface="경기천년바탕 Bold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5000"/>
              <a:buNone/>
              <a:defRPr/>
            </a:pPr>
            <a:endParaRPr>
              <a:latin typeface="경기천년바탕 Bold"/>
              <a:ea typeface="경기천년바탕 Bold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5000"/>
              <a:buNone/>
              <a:defRPr/>
            </a:pPr>
            <a:r>
              <a:rPr lang="ko-KR">
                <a:latin typeface="경기천년바탕 Bold"/>
                <a:ea typeface="경기천년바탕 Bold"/>
                <a:cs typeface="Arial"/>
                <a:sym typeface="Arial"/>
              </a:rPr>
              <a:t>변경 후 : 강화 → 대장장이 반응 대사→ NPC 퇴장 대사</a:t>
            </a:r>
            <a:endParaRPr lang="ko-KR">
              <a:latin typeface="경기천년바탕 Bold"/>
              <a:ea typeface="경기천년바탕 Bold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5000"/>
              <a:buNone/>
              <a:defRPr/>
            </a:pPr>
            <a:endParaRPr>
              <a:latin typeface="경기천년바탕 Bold"/>
              <a:ea typeface="경기천년바탕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b42e955a_0_37"/>
          <p:cNvSpPr txBox="1">
            <a:spLocks noGrp="1"/>
          </p:cNvSpPr>
          <p:nvPr>
            <p:ph type="ctrTitle" idx="4294967295"/>
          </p:nvPr>
        </p:nvSpPr>
        <p:spPr>
          <a:xfrm>
            <a:off x="2154450" y="681075"/>
            <a:ext cx="78831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스프라이트 누락 문제 수정</a:t>
            </a: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105" name="Google Shape;105;g3dcb42e955a_0_37"/>
          <p:cNvSpPr txBox="1">
            <a:spLocks noGrp="1"/>
          </p:cNvSpPr>
          <p:nvPr>
            <p:ph type="ctrTitle" idx="4294967295"/>
          </p:nvPr>
        </p:nvSpPr>
        <p:spPr>
          <a:xfrm>
            <a:off x="3428250" y="2331700"/>
            <a:ext cx="53355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 sz="2500">
                <a:latin typeface="경기천년바탕 Bold"/>
                <a:ea typeface="경기천년바탕 Bold"/>
                <a:cs typeface="Arial"/>
                <a:sym typeface="Arial"/>
              </a:rPr>
              <a:t>강화 후 카운터에서 NPC 스프라이트가 누락되었던 문제를 수정 </a:t>
            </a:r>
            <a:endParaRPr sz="2500">
              <a:latin typeface="경기천년바탕 Bold"/>
              <a:ea typeface="경기천년바탕 Bold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59063ff1b_2_12"/>
          <p:cNvSpPr txBox="1">
            <a:spLocks noGrp="1"/>
          </p:cNvSpPr>
          <p:nvPr>
            <p:ph type="ctrTitle" idx="4294967295"/>
          </p:nvPr>
        </p:nvSpPr>
        <p:spPr>
          <a:xfrm>
            <a:off x="2154450" y="681075"/>
            <a:ext cx="7883100" cy="88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-KR">
                <a:latin typeface="경기천년제목 Bold"/>
                <a:ea typeface="경기천년제목 Bold"/>
                <a:cs typeface="Arial"/>
                <a:sym typeface="Arial"/>
              </a:rPr>
              <a:t>진행 중인 사항</a:t>
            </a:r>
            <a:endParaRPr>
              <a:latin typeface="경기천년제목 Bold"/>
              <a:ea typeface="경기천년제목 Bold"/>
              <a:cs typeface="Arial"/>
              <a:sym typeface="Arial"/>
            </a:endParaRPr>
          </a:p>
        </p:txBody>
      </p:sp>
      <p:sp>
        <p:nvSpPr>
          <p:cNvPr id="111" name="Google Shape;111;g3d59063ff1b_2_12"/>
          <p:cNvSpPr txBox="1"/>
          <p:nvPr/>
        </p:nvSpPr>
        <p:spPr>
          <a:xfrm>
            <a:off x="2547150" y="2605550"/>
            <a:ext cx="7490400" cy="5694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500">
                <a:latin typeface="경기천년바탕 Bold"/>
                <a:ea typeface="경기천년바탕 Bold"/>
              </a:rPr>
              <a:t>NPC 및 대장장이 입·퇴장 연출 이벤트 구현 진행 중</a:t>
            </a:r>
            <a:endParaRPr sz="2500">
              <a:latin typeface="경기천년바탕 Bold"/>
              <a:ea typeface="경기천년바탕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64</ep:Words>
  <ep:PresentationFormat/>
  <ep:Paragraphs>11</ep:Paragraphs>
  <ep:Slides>5</ep:Slides>
  <ep:Notes>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ep:HeadingPairs>
  <ep:TitlesOfParts>
    <vt:vector size="6" baseType="lpstr">
      <vt:lpstr>Office 테마</vt:lpstr>
      <vt:lpstr>포지 프로그래밍 주간 브리핑</vt:lpstr>
      <vt:lpstr>UI 변경</vt:lpstr>
      <vt:lpstr>강화 결과 NPC 반응 대사 제거</vt:lpstr>
      <vt:lpstr>스프라이트 누락 문제 수정</vt:lpstr>
      <vt:lpstr>진행 중인 사항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2026-03-22T13:12:18.000</dcterms:created>
  <dc:creator>gyujin sim</dc:creator>
  <cp:lastModifiedBy>D16</cp:lastModifiedBy>
  <dcterms:modified xsi:type="dcterms:W3CDTF">2026-04-13T04:08:20.626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