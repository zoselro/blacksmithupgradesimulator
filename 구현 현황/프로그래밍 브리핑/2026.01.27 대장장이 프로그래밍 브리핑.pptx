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D9719-6691-4CB3-ABF9-5A11D920A3AE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E2513-89ED-4B59-8A8F-B0E356ED8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4066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D9719-6691-4CB3-ABF9-5A11D920A3AE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E2513-89ED-4B59-8A8F-B0E356ED8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8975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D9719-6691-4CB3-ABF9-5A11D920A3AE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E2513-89ED-4B59-8A8F-B0E356ED8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2168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D9719-6691-4CB3-ABF9-5A11D920A3AE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E2513-89ED-4B59-8A8F-B0E356ED8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6995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D9719-6691-4CB3-ABF9-5A11D920A3AE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E2513-89ED-4B59-8A8F-B0E356ED8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4660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D9719-6691-4CB3-ABF9-5A11D920A3AE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E2513-89ED-4B59-8A8F-B0E356ED8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9820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D9719-6691-4CB3-ABF9-5A11D920A3AE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E2513-89ED-4B59-8A8F-B0E356ED8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35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D9719-6691-4CB3-ABF9-5A11D920A3AE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E2513-89ED-4B59-8A8F-B0E356ED8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2349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D9719-6691-4CB3-ABF9-5A11D920A3AE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E2513-89ED-4B59-8A8F-B0E356ED8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8958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D9719-6691-4CB3-ABF9-5A11D920A3AE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E2513-89ED-4B59-8A8F-B0E356ED8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3492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D9719-6691-4CB3-ABF9-5A11D920A3AE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0E2513-89ED-4B59-8A8F-B0E356ED8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3433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D9719-6691-4CB3-ABF9-5A11D920A3AE}" type="datetimeFigureOut">
              <a:rPr lang="ko-KR" altLang="en-US" smtClean="0"/>
              <a:t>2026-01-26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0E2513-89ED-4B59-8A8F-B0E356ED800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6485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포지</a:t>
            </a:r>
            <a:br>
              <a:rPr lang="en-US" altLang="ko-KR" dirty="0"/>
            </a:br>
            <a:r>
              <a:rPr lang="ko-KR" altLang="en-US" dirty="0"/>
              <a:t>프로그래밍 주간 브리핑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4376738"/>
            <a:ext cx="9144000" cy="1655762"/>
          </a:xfrm>
        </p:spPr>
        <p:txBody>
          <a:bodyPr/>
          <a:lstStyle/>
          <a:p>
            <a:r>
              <a:rPr lang="en-US" altLang="ko-KR" dirty="0"/>
              <a:t>25.01.26 </a:t>
            </a:r>
          </a:p>
          <a:p>
            <a:r>
              <a:rPr lang="ko-KR" altLang="en-US" dirty="0" err="1"/>
              <a:t>킬펫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2469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목차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1.  </a:t>
            </a:r>
            <a:r>
              <a:rPr lang="ko-KR" altLang="en-US" dirty="0"/>
              <a:t>연출 개선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버그 수정</a:t>
            </a:r>
            <a:endParaRPr lang="en-US" altLang="ko-KR" dirty="0"/>
          </a:p>
          <a:p>
            <a:pPr lvl="1">
              <a:buFontTx/>
              <a:buChar char="-"/>
            </a:pPr>
            <a:r>
              <a:rPr lang="ko-KR" altLang="en-US" dirty="0"/>
              <a:t>재시작 시 초기화 안되는 버그</a:t>
            </a:r>
            <a:endParaRPr lang="en-US" altLang="ko-KR" dirty="0"/>
          </a:p>
          <a:p>
            <a:pPr lvl="1">
              <a:buFontTx/>
              <a:buChar char="-"/>
            </a:pP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/>
              <a:t>게임 재 시작 시 골드</a:t>
            </a:r>
            <a:r>
              <a:rPr lang="en-US" altLang="ko-KR" dirty="0"/>
              <a:t>·</a:t>
            </a:r>
            <a:r>
              <a:rPr lang="ko-KR" altLang="en-US" dirty="0"/>
              <a:t>명성 초기화 오류 수정</a:t>
            </a:r>
            <a:endParaRPr lang="en-US" altLang="ko-KR" dirty="0"/>
          </a:p>
          <a:p>
            <a:r>
              <a:rPr lang="en-US" altLang="ko-KR" dirty="0"/>
              <a:t>4. </a:t>
            </a:r>
            <a:r>
              <a:rPr lang="ko-KR" altLang="en-US" dirty="0"/>
              <a:t>일일 정산 인원 초과 처리 버그 수정</a:t>
            </a:r>
            <a:endParaRPr lang="en-US" altLang="ko-KR" dirty="0"/>
          </a:p>
          <a:p>
            <a:r>
              <a:rPr lang="en-US" altLang="ko-KR" dirty="0"/>
              <a:t>5.</a:t>
            </a:r>
            <a:r>
              <a:rPr lang="ko-KR" altLang="en-US" dirty="0"/>
              <a:t> 강화 전</a:t>
            </a:r>
            <a:r>
              <a:rPr lang="en-US" altLang="ko-KR" dirty="0"/>
              <a:t>·</a:t>
            </a:r>
            <a:r>
              <a:rPr lang="ko-KR" altLang="en-US" dirty="0"/>
              <a:t>후 </a:t>
            </a:r>
            <a:r>
              <a:rPr lang="en-US" altLang="ko-KR" dirty="0"/>
              <a:t>NPC </a:t>
            </a:r>
            <a:r>
              <a:rPr lang="ko-KR" altLang="en-US" dirty="0"/>
              <a:t>캐릭터 불일치 현상 수정</a:t>
            </a:r>
            <a:endParaRPr lang="en-US" altLang="ko-KR" dirty="0"/>
          </a:p>
          <a:p>
            <a:r>
              <a:rPr lang="en-US" altLang="ko-KR" dirty="0"/>
              <a:t>6. </a:t>
            </a:r>
            <a:r>
              <a:rPr lang="ko-KR" altLang="en-US" dirty="0"/>
              <a:t>이후 작업 예정 목록</a:t>
            </a:r>
          </a:p>
        </p:txBody>
      </p:sp>
    </p:spTree>
    <p:extLst>
      <p:ext uri="{BB962C8B-B14F-4D97-AF65-F5344CB8AC3E}">
        <p14:creationId xmlns:p14="http://schemas.microsoft.com/office/powerpoint/2010/main" val="30512152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500" dirty="0"/>
              <a:t>1. </a:t>
            </a:r>
            <a:r>
              <a:rPr lang="ko-KR" altLang="en-US" sz="3500" dirty="0"/>
              <a:t>무기 등장 방식 개선</a:t>
            </a:r>
            <a:r>
              <a:rPr lang="en-US" altLang="ko-KR" sz="3500" dirty="0"/>
              <a:t> (</a:t>
            </a:r>
            <a:r>
              <a:rPr lang="ko-KR" altLang="en-US" sz="3500" dirty="0"/>
              <a:t>단일 무기 → 랜덤 </a:t>
            </a:r>
            <a:r>
              <a:rPr lang="en-US" altLang="ko-KR" sz="3500" dirty="0"/>
              <a:t>6</a:t>
            </a:r>
            <a:r>
              <a:rPr lang="ko-KR" altLang="en-US" sz="3500" dirty="0"/>
              <a:t>종</a:t>
            </a:r>
            <a:r>
              <a:rPr lang="en-US" altLang="ko-KR" sz="3500" dirty="0"/>
              <a:t>)</a:t>
            </a:r>
            <a:endParaRPr lang="ko-KR" altLang="en-US" sz="3500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4127" y="1863725"/>
            <a:ext cx="5079673" cy="4351338"/>
          </a:xfr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514" y="2737540"/>
            <a:ext cx="1752685" cy="2136085"/>
          </a:xfrm>
          <a:prstGeom prst="rect">
            <a:avLst/>
          </a:prstGeom>
        </p:spPr>
      </p:pic>
      <p:sp>
        <p:nvSpPr>
          <p:cNvPr id="8" name="오른쪽 화살표 7"/>
          <p:cNvSpPr/>
          <p:nvPr/>
        </p:nvSpPr>
        <p:spPr>
          <a:xfrm>
            <a:off x="3543463" y="2894702"/>
            <a:ext cx="2184400" cy="1821760"/>
          </a:xfrm>
          <a:prstGeom prst="rightArrow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4273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중급 모험가 강화 확률 밸런스 조정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2333625"/>
            <a:ext cx="10515600" cy="1044575"/>
          </a:xfrm>
        </p:spPr>
        <p:txBody>
          <a:bodyPr/>
          <a:lstStyle/>
          <a:p>
            <a:r>
              <a:rPr lang="ko-KR" altLang="en-US" dirty="0"/>
              <a:t>기존 </a:t>
            </a:r>
            <a:r>
              <a:rPr lang="en-US" altLang="ko-KR" dirty="0"/>
              <a:t>50% </a:t>
            </a:r>
            <a:r>
              <a:rPr lang="ko-KR" altLang="en-US" dirty="0"/>
              <a:t>고정 </a:t>
            </a:r>
            <a:r>
              <a:rPr lang="en-US" altLang="ko-KR" dirty="0"/>
              <a:t>-&gt; 40% ~ 60% </a:t>
            </a:r>
            <a:r>
              <a:rPr lang="ko-KR" altLang="en-US" dirty="0"/>
              <a:t>사이 랜덤 값으로 조정</a:t>
            </a:r>
          </a:p>
        </p:txBody>
      </p:sp>
    </p:spTree>
    <p:extLst>
      <p:ext uri="{BB962C8B-B14F-4D97-AF65-F5344CB8AC3E}">
        <p14:creationId xmlns:p14="http://schemas.microsoft.com/office/powerpoint/2010/main" val="3725885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3900" dirty="0"/>
              <a:t>3. </a:t>
            </a:r>
            <a:r>
              <a:rPr lang="ko-KR" altLang="en-US" sz="3900" dirty="0"/>
              <a:t>재시작 시 초기화가 안되는 버그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재시작 시 골드</a:t>
            </a:r>
            <a:r>
              <a:rPr lang="en-US" altLang="ko-KR" dirty="0"/>
              <a:t>, </a:t>
            </a:r>
            <a:r>
              <a:rPr lang="ko-KR" altLang="en-US" dirty="0"/>
              <a:t>명성</a:t>
            </a:r>
            <a:r>
              <a:rPr lang="en-US" altLang="ko-KR" dirty="0"/>
              <a:t>, </a:t>
            </a:r>
            <a:r>
              <a:rPr lang="ko-KR" altLang="en-US" dirty="0"/>
              <a:t>강화 등 수치를 초기화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1636712"/>
          </a:xfrm>
        </p:spPr>
        <p:txBody>
          <a:bodyPr/>
          <a:lstStyle/>
          <a:p>
            <a:r>
              <a:rPr lang="ko-KR" altLang="en-US" dirty="0"/>
              <a:t>게임을 다시 시작했을 때 또는 정산 이후 초기화 될 때 기준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방문한 </a:t>
            </a:r>
            <a:r>
              <a:rPr lang="en-US" altLang="ko-KR" dirty="0" err="1"/>
              <a:t>npc</a:t>
            </a:r>
            <a:r>
              <a:rPr lang="ko-KR" altLang="en-US" dirty="0"/>
              <a:t>가 </a:t>
            </a:r>
            <a:r>
              <a:rPr lang="en-US" altLang="ko-KR" dirty="0"/>
              <a:t>0</a:t>
            </a:r>
            <a:r>
              <a:rPr lang="ko-KR" altLang="en-US" dirty="0"/>
              <a:t>일 경우에는 골드</a:t>
            </a:r>
            <a:r>
              <a:rPr lang="en-US" altLang="ko-KR" dirty="0"/>
              <a:t>, </a:t>
            </a:r>
            <a:r>
              <a:rPr lang="ko-KR" altLang="en-US" dirty="0"/>
              <a:t>명성</a:t>
            </a:r>
            <a:r>
              <a:rPr lang="en-US" altLang="ko-KR" dirty="0"/>
              <a:t>, </a:t>
            </a:r>
            <a:r>
              <a:rPr lang="ko-KR" altLang="en-US" dirty="0"/>
              <a:t>강화 결과 같은 모든 게임 수치를 처음 수치로 초기화 작업</a:t>
            </a:r>
          </a:p>
        </p:txBody>
      </p:sp>
    </p:spTree>
    <p:extLst>
      <p:ext uri="{BB962C8B-B14F-4D97-AF65-F5344CB8AC3E}">
        <p14:creationId xmlns:p14="http://schemas.microsoft.com/office/powerpoint/2010/main" val="82485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일일 정산 인원 초과 처리 버그 수정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501775"/>
          </a:xfrm>
        </p:spPr>
        <p:txBody>
          <a:bodyPr/>
          <a:lstStyle/>
          <a:p>
            <a:r>
              <a:rPr lang="ko-KR" altLang="en-US" dirty="0"/>
              <a:t>정산하는 타임을 </a:t>
            </a:r>
            <a:r>
              <a:rPr lang="en-US" altLang="ko-KR" dirty="0"/>
              <a:t>8</a:t>
            </a:r>
            <a:r>
              <a:rPr lang="ko-KR" altLang="en-US" dirty="0"/>
              <a:t>명을 고정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첫 번째 날 에 </a:t>
            </a:r>
            <a:r>
              <a:rPr lang="en-US" altLang="ko-KR" dirty="0"/>
              <a:t>8</a:t>
            </a:r>
            <a:r>
              <a:rPr lang="ko-KR" altLang="en-US" dirty="0"/>
              <a:t>명 이후 두 번째 날 이후 부터는 전날에 마지막 손님까지 포함하여 </a:t>
            </a:r>
            <a:r>
              <a:rPr lang="en-US" altLang="ko-KR" dirty="0"/>
              <a:t>9</a:t>
            </a:r>
            <a:r>
              <a:rPr lang="ko-KR" altLang="en-US" dirty="0"/>
              <a:t>명이 정산되는 오류를 수정</a:t>
            </a:r>
          </a:p>
        </p:txBody>
      </p:sp>
    </p:spTree>
    <p:extLst>
      <p:ext uri="{BB962C8B-B14F-4D97-AF65-F5344CB8AC3E}">
        <p14:creationId xmlns:p14="http://schemas.microsoft.com/office/powerpoint/2010/main" val="1127923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648233"/>
          </a:xfrm>
        </p:spPr>
        <p:txBody>
          <a:bodyPr>
            <a:noAutofit/>
          </a:bodyPr>
          <a:lstStyle/>
          <a:p>
            <a:pPr marL="742950" indent="-742950">
              <a:buFont typeface="+mj-lt"/>
              <a:buAutoNum type="arabicPeriod" startAt="5"/>
            </a:pPr>
            <a:r>
              <a:rPr lang="ko-KR" altLang="en-US" sz="4000" dirty="0"/>
              <a:t>버그 수정</a:t>
            </a:r>
            <a:br>
              <a:rPr lang="en-US" altLang="ko-KR" sz="4000" dirty="0"/>
            </a:br>
            <a:r>
              <a:rPr lang="en-US" altLang="ko-KR" sz="1800" dirty="0"/>
              <a:t>NPC </a:t>
            </a:r>
            <a:r>
              <a:rPr lang="ko-KR" altLang="en-US" sz="1800" dirty="0"/>
              <a:t>이미지 불일치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838200" y="2286000"/>
            <a:ext cx="3187700" cy="647700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500"/>
              <a:t>플레이어</a:t>
            </a:r>
            <a:r>
              <a:rPr lang="en-US" altLang="ko-KR" sz="1500" dirty="0"/>
              <a:t>(</a:t>
            </a:r>
            <a:r>
              <a:rPr lang="ko-KR" altLang="en-US" sz="1500" dirty="0"/>
              <a:t>대장장이</a:t>
            </a:r>
            <a:r>
              <a:rPr lang="en-US" altLang="ko-KR" sz="1500" dirty="0"/>
              <a:t>)</a:t>
            </a:r>
            <a:r>
              <a:rPr lang="ko-KR" altLang="en-US" sz="1500" dirty="0"/>
              <a:t> 스크립트 진행</a:t>
            </a:r>
          </a:p>
        </p:txBody>
      </p:sp>
      <p:sp>
        <p:nvSpPr>
          <p:cNvPr id="8" name="오른쪽 화살표 7"/>
          <p:cNvSpPr/>
          <p:nvPr/>
        </p:nvSpPr>
        <p:spPr>
          <a:xfrm>
            <a:off x="4229100" y="1927225"/>
            <a:ext cx="1054100" cy="1282700"/>
          </a:xfrm>
          <a:prstGeom prst="rightArrow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대장장이 대화 종료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5410200" y="2286000"/>
            <a:ext cx="2565400" cy="647700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500" dirty="0" err="1"/>
              <a:t>npc</a:t>
            </a:r>
            <a:r>
              <a:rPr lang="en-US" altLang="ko-KR" sz="1500" dirty="0"/>
              <a:t> </a:t>
            </a:r>
            <a:r>
              <a:rPr lang="ko-KR" altLang="en-US" sz="1500" dirty="0"/>
              <a:t>오브젝트 생성</a:t>
            </a:r>
          </a:p>
          <a:p>
            <a:pPr algn="ctr"/>
            <a:r>
              <a:rPr lang="ko-KR" altLang="en-US" sz="1500" dirty="0"/>
              <a:t>후 </a:t>
            </a:r>
            <a:r>
              <a:rPr lang="en-US" altLang="ko-KR" sz="1500" dirty="0" err="1"/>
              <a:t>Npc</a:t>
            </a:r>
            <a:r>
              <a:rPr lang="en-US" altLang="ko-KR" sz="1500" dirty="0"/>
              <a:t> </a:t>
            </a:r>
            <a:r>
              <a:rPr lang="ko-KR" altLang="en-US" sz="1500"/>
              <a:t>스크립트 진행</a:t>
            </a:r>
            <a:endParaRPr lang="ko-KR" altLang="en-US" sz="1500" dirty="0"/>
          </a:p>
        </p:txBody>
      </p:sp>
      <p:sp>
        <p:nvSpPr>
          <p:cNvPr id="10" name="오른쪽 화살표 9"/>
          <p:cNvSpPr/>
          <p:nvPr/>
        </p:nvSpPr>
        <p:spPr>
          <a:xfrm>
            <a:off x="8153400" y="1927225"/>
            <a:ext cx="1257300" cy="1282700"/>
          </a:xfrm>
          <a:prstGeom prst="rightArrow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약 </a:t>
            </a:r>
            <a:r>
              <a:rPr lang="en-US" altLang="ko-KR" sz="1000" dirty="0"/>
              <a:t>1</a:t>
            </a:r>
            <a:r>
              <a:rPr lang="ko-KR" altLang="en-US" sz="1000" dirty="0"/>
              <a:t>프레임 후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9512300" y="2241550"/>
            <a:ext cx="2565400" cy="647700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NPC </a:t>
            </a:r>
            <a:r>
              <a:rPr lang="ko-KR" altLang="en-US" sz="1600" dirty="0"/>
              <a:t>외형을</a:t>
            </a:r>
            <a:endParaRPr lang="en-US" altLang="ko-KR" sz="1600" dirty="0"/>
          </a:p>
          <a:p>
            <a:pPr algn="ctr"/>
            <a:r>
              <a:rPr lang="ko-KR" altLang="en-US" sz="1600" dirty="0"/>
              <a:t> 랜덤 하게 결정</a:t>
            </a:r>
            <a:endParaRPr lang="ko-KR" altLang="en-US" sz="1500" dirty="0"/>
          </a:p>
        </p:txBody>
      </p:sp>
      <p:sp>
        <p:nvSpPr>
          <p:cNvPr id="12" name="오른쪽 화살표 11"/>
          <p:cNvSpPr/>
          <p:nvPr/>
        </p:nvSpPr>
        <p:spPr>
          <a:xfrm>
            <a:off x="1079499" y="3556932"/>
            <a:ext cx="1054101" cy="1523068"/>
          </a:xfrm>
          <a:prstGeom prst="rightArrow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 err="1"/>
              <a:t>Npc</a:t>
            </a:r>
            <a:r>
              <a:rPr lang="en-US" altLang="ko-KR" sz="1100" dirty="0"/>
              <a:t> </a:t>
            </a:r>
          </a:p>
          <a:p>
            <a:pPr algn="ctr"/>
            <a:r>
              <a:rPr lang="ko-KR" altLang="en-US" sz="1100" dirty="0"/>
              <a:t>스크립트 진행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2641600" y="4054475"/>
            <a:ext cx="2565400" cy="781050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500" dirty="0" err="1"/>
              <a:t>npc</a:t>
            </a:r>
            <a:r>
              <a:rPr lang="en-US" altLang="ko-KR" sz="1500" dirty="0"/>
              <a:t> </a:t>
            </a:r>
            <a:r>
              <a:rPr lang="ko-KR" altLang="en-US" sz="1500" dirty="0"/>
              <a:t>스크립트 종료</a:t>
            </a:r>
          </a:p>
        </p:txBody>
      </p:sp>
      <p:sp>
        <p:nvSpPr>
          <p:cNvPr id="14" name="오른쪽 화살표 13"/>
          <p:cNvSpPr/>
          <p:nvPr/>
        </p:nvSpPr>
        <p:spPr>
          <a:xfrm>
            <a:off x="5715000" y="3556932"/>
            <a:ext cx="1096862" cy="1523068"/>
          </a:xfrm>
          <a:prstGeom prst="rightArrow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dirty="0" err="1"/>
              <a:t>Npc</a:t>
            </a:r>
            <a:r>
              <a:rPr lang="en-US" altLang="ko-KR" sz="1100" dirty="0"/>
              <a:t> </a:t>
            </a:r>
            <a:r>
              <a:rPr lang="ko-KR" altLang="en-US" sz="1100" dirty="0"/>
              <a:t>대화 종료 후 강화 씬 돌입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4816475" y="5600700"/>
            <a:ext cx="2774950" cy="647700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500" dirty="0" err="1"/>
              <a:t>Npc</a:t>
            </a:r>
            <a:r>
              <a:rPr lang="ko-KR" altLang="en-US" sz="1500" dirty="0"/>
              <a:t>가 바로 생성된 시점의 </a:t>
            </a:r>
            <a:endParaRPr lang="en-US" altLang="ko-KR" sz="1500" dirty="0"/>
          </a:p>
          <a:p>
            <a:pPr algn="ctr"/>
            <a:r>
              <a:rPr lang="ko-KR" altLang="en-US" sz="1500" dirty="0"/>
              <a:t>기본 이미지를 참조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7073900" y="4121150"/>
            <a:ext cx="2774950" cy="647700"/>
          </a:xfrm>
          <a:prstGeom prst="rect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500" dirty="0"/>
              <a:t>강화 버튼 진행</a:t>
            </a:r>
          </a:p>
        </p:txBody>
      </p:sp>
      <p:sp>
        <p:nvSpPr>
          <p:cNvPr id="18" name="오른쪽 화살표 17"/>
          <p:cNvSpPr/>
          <p:nvPr/>
        </p:nvSpPr>
        <p:spPr>
          <a:xfrm>
            <a:off x="10350499" y="3556932"/>
            <a:ext cx="1578645" cy="1523068"/>
          </a:xfrm>
          <a:prstGeom prst="rightArrow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결과에 따른 </a:t>
            </a:r>
            <a:endParaRPr lang="en-US" altLang="ko-KR" sz="1000" dirty="0"/>
          </a:p>
          <a:p>
            <a:pPr algn="ctr"/>
            <a:r>
              <a:rPr lang="en-US" altLang="ko-KR" sz="1000" dirty="0" err="1"/>
              <a:t>npc</a:t>
            </a:r>
            <a:r>
              <a:rPr lang="en-US" altLang="ko-KR" sz="1000" dirty="0"/>
              <a:t> </a:t>
            </a:r>
          </a:p>
          <a:p>
            <a:pPr algn="ctr"/>
            <a:r>
              <a:rPr lang="ko-KR" altLang="en-US" sz="1000" dirty="0"/>
              <a:t>스크립트 </a:t>
            </a:r>
            <a:endParaRPr lang="en-US" altLang="ko-KR" sz="1000" dirty="0"/>
          </a:p>
          <a:p>
            <a:pPr algn="ctr"/>
            <a:r>
              <a:rPr lang="ko-KR" altLang="en-US" sz="1000" dirty="0"/>
              <a:t>진행</a:t>
            </a:r>
          </a:p>
        </p:txBody>
      </p:sp>
    </p:spTree>
    <p:extLst>
      <p:ext uri="{BB962C8B-B14F-4D97-AF65-F5344CB8AC3E}">
        <p14:creationId xmlns:p14="http://schemas.microsoft.com/office/powerpoint/2010/main" val="3858298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6. </a:t>
            </a:r>
            <a:r>
              <a:rPr lang="ko-KR" altLang="en-US" dirty="0"/>
              <a:t>이후 작업 예정 목록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타이틀 화면 구현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방문 순서 및 진행 일차 </a:t>
            </a:r>
            <a:r>
              <a:rPr lang="en-US" altLang="ko-KR" dirty="0"/>
              <a:t>UI </a:t>
            </a:r>
            <a:r>
              <a:rPr lang="ko-KR" altLang="en-US" dirty="0"/>
              <a:t>표시 기능 추가</a:t>
            </a:r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/>
              <a:t>플레이어의 강화</a:t>
            </a:r>
            <a:r>
              <a:rPr lang="en-US" altLang="ko-KR" dirty="0"/>
              <a:t> </a:t>
            </a:r>
            <a:r>
              <a:rPr lang="ko-KR" altLang="en-US" dirty="0"/>
              <a:t>결과에 따른 표정 변화 기능 추가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99980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254</Words>
  <Application>Microsoft Office PowerPoint</Application>
  <PresentationFormat>와이드스크린</PresentationFormat>
  <Paragraphs>45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포지 프로그래밍 주간 브리핑</vt:lpstr>
      <vt:lpstr>목차</vt:lpstr>
      <vt:lpstr>1. 무기 등장 방식 개선 (단일 무기 → 랜덤 6종)</vt:lpstr>
      <vt:lpstr>2. 중급 모험가 강화 확률 밸런스 조정</vt:lpstr>
      <vt:lpstr>3. 재시작 시 초기화가 안되는 버그  - 재시작 시 골드, 명성, 강화 등 수치를 초기화</vt:lpstr>
      <vt:lpstr>4. 일일 정산 인원 초과 처리 버그 수정</vt:lpstr>
      <vt:lpstr>버그 수정 NPC 이미지 불일치</vt:lpstr>
      <vt:lpstr>6. 이후 작업 예정 목록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대장장이 프로그래밍 주간 브리핑</dc:title>
  <dc:creator>gyujin sim</dc:creator>
  <cp:lastModifiedBy>D16</cp:lastModifiedBy>
  <cp:revision>20</cp:revision>
  <dcterms:created xsi:type="dcterms:W3CDTF">2026-01-25T15:07:07Z</dcterms:created>
  <dcterms:modified xsi:type="dcterms:W3CDTF">2026-01-26T06:50:38Z</dcterms:modified>
</cp:coreProperties>
</file>