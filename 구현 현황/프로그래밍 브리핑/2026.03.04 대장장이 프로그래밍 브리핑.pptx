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mp4" ContentType="video/mp4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14" y="108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36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83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70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53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63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77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19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71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2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15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05765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45F93-FDB5-41A6-AF2C-039E91113EFD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62F70-33C1-4E90-AC88-D4CD0C52BB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59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video" Target="../media/media1.mp4"  /><Relationship Id="rId3" Type="http://schemas.microsoft.com/office/2007/relationships/media" Target="../media/media1.mp4"  /><Relationship Id="rId4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포지</a:t>
            </a:r>
            <a:br>
              <a:rPr lang="en-US" altLang="ko-KR">
                <a:latin typeface="경기천년제목 Bold"/>
                <a:ea typeface="경기천년제목 Bold"/>
              </a:rPr>
            </a:br>
            <a:r>
              <a:rPr lang="ko-KR" altLang="en-US">
                <a:latin typeface="경기천년제목 Bold"/>
                <a:ea typeface="경기천년제목 Bold"/>
              </a:rPr>
              <a:t>프로그래밍 주간 브리핑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25.03.04</a:t>
            </a:r>
            <a:endParaRPr lang="en-US" altLang="ko-KR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킬펫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1. </a:t>
            </a:r>
            <a:r>
              <a:rPr lang="ko-KR" altLang="en-US">
                <a:latin typeface="경기천년제목 Bold"/>
                <a:ea typeface="경기천년제목 Bold"/>
              </a:rPr>
              <a:t>강화 미니게임 오류 수정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미니게임 실행 중 입력 제한이 적용되지 않아 연속 입력 시 즉시 확률이 반영됨</a:t>
            </a:r>
            <a:r>
              <a:rPr lang="en-US" altLang="ko-KR">
                <a:latin typeface="경기천년제목 Light"/>
                <a:ea typeface="경기천년제목 Light"/>
              </a:rPr>
              <a:t>.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이후 종료 후에도 키보드 입력 시 값이 계속 증가하는 오류 현상 수정</a:t>
            </a:r>
            <a:endParaRPr lang="ko-KR" altLang="en-US">
              <a:latin typeface="경기천년제목 Light"/>
              <a:ea typeface="경기천년제목 Light"/>
            </a:endParaRPr>
          </a:p>
        </p:txBody>
      </p:sp>
      <p:pic>
        <p:nvPicPr>
          <p:cNvPr id="4" name="Video Project 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4"/>
          <a:stretch>
            <a:fillRect/>
          </a:stretch>
        </p:blipFill>
        <p:spPr>
          <a:xfrm>
            <a:off x="3559823" y="3168030"/>
            <a:ext cx="5072353" cy="2853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2. FlowChart </a:t>
            </a:r>
            <a:r>
              <a:rPr lang="ko-KR" altLang="en-US">
                <a:latin typeface="경기천년제목 Bold"/>
                <a:ea typeface="경기천년제목 Bold"/>
              </a:rPr>
              <a:t>기반 상태 관리 시스템 도입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FlowChart</a:t>
            </a:r>
            <a:r>
              <a:rPr lang="ko-KR" altLang="en-US">
                <a:latin typeface="경기천년제목 Light"/>
                <a:ea typeface="경기천년제목 Light"/>
              </a:rPr>
              <a:t>를 기반으로 </a:t>
            </a:r>
            <a:r>
              <a:rPr lang="en-US" altLang="ko-KR">
                <a:latin typeface="경기천년제목 Light"/>
                <a:ea typeface="경기천년제목 Light"/>
              </a:rPr>
              <a:t>FlowManager</a:t>
            </a:r>
            <a:r>
              <a:rPr lang="ko-KR" altLang="en-US">
                <a:latin typeface="경기천년제목 Light"/>
                <a:ea typeface="경기천년제목 Light"/>
              </a:rPr>
              <a:t>를 통해 게임에 대한 진행 상태를 나타내도록 구현</a:t>
            </a:r>
            <a:endParaRPr lang="ko-KR" altLang="en-US">
              <a:latin typeface="경기천년제목 Light"/>
              <a:ea typeface="경기천년제목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93615" y="365125"/>
            <a:ext cx="11299969" cy="1325563"/>
          </a:xfrm>
        </p:spPr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3. </a:t>
            </a:r>
            <a:r>
              <a:rPr lang="ko-KR" altLang="en-US">
                <a:latin typeface="경기천년제목 Bold"/>
                <a:ea typeface="경기천년제목 Bold"/>
              </a:rPr>
              <a:t>씬 전환 시 관리자 객체 구조 개선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65370" y="1775291"/>
            <a:ext cx="10338527" cy="4351338"/>
          </a:xfrm>
        </p:spPr>
        <p:txBody>
          <a:bodyPr/>
          <a:lstStyle/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씬 전환 과정에서 이미 삭제된 관리자 객체를 참조하는 구조적 문제 발견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이를 개선하여 게임 데이터가 안정적으로 유지되도록 수정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marL="0" lvl="0" indent="0">
              <a:buNone/>
              <a:defRPr/>
            </a:pPr>
            <a:endParaRPr lang="en-US" altLang="ko-KR">
              <a:latin typeface="경기천년제목 Light"/>
              <a:ea typeface="경기천년제목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80144" y="365125"/>
            <a:ext cx="10755385" cy="1325563"/>
          </a:xfrm>
        </p:spPr>
        <p:txBody>
          <a:bodyPr/>
          <a:lstStyle/>
          <a:p>
            <a:pPr algn="ctr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이후 진행 예정사항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65370" y="1775291"/>
            <a:ext cx="9941653" cy="4351338"/>
          </a:xfrm>
        </p:spPr>
        <p:txBody>
          <a:bodyPr/>
          <a:lstStyle/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1. </a:t>
            </a:r>
            <a:r>
              <a:rPr lang="ko-KR" altLang="en-US">
                <a:latin typeface="경기천년제목 Light"/>
                <a:ea typeface="경기천년제목 Light"/>
              </a:rPr>
              <a:t>대사 스크립트 리팩토링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endParaRPr lang="en-US" altLang="ko-KR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2. UI</a:t>
            </a:r>
            <a:r>
              <a:rPr lang="ko-KR" altLang="en-US">
                <a:latin typeface="경기천년제목 Light"/>
                <a:ea typeface="경기천년제목 Light"/>
              </a:rPr>
              <a:t> 기획서에 맞춰 </a:t>
            </a:r>
            <a:r>
              <a:rPr lang="en-US" altLang="ko-KR">
                <a:latin typeface="경기천년제목 Light"/>
                <a:ea typeface="경기천년제목 Light"/>
              </a:rPr>
              <a:t>UI</a:t>
            </a:r>
            <a:r>
              <a:rPr lang="ko-KR" altLang="en-US">
                <a:latin typeface="경기천년제목 Light"/>
                <a:ea typeface="경기천년제목 Light"/>
              </a:rPr>
              <a:t> 재배치</a:t>
            </a:r>
            <a:endParaRPr lang="ko-KR" altLang="en-US">
              <a:latin typeface="경기천년제목 Light"/>
              <a:ea typeface="경기천년제목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87</ep:Words>
  <ep:PresentationFormat>와이드스크린</ep:PresentationFormat>
  <ep:Paragraphs>14</ep:Paragraphs>
  <ep:Slides>5</ep:Slides>
  <ep:Notes>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테마</vt:lpstr>
      <vt:lpstr>포지 프로그래밍 주간 브리핑</vt:lpstr>
      <vt:lpstr>1. 강화 미니게임 오류 수정</vt:lpstr>
      <vt:lpstr>2. FlowChart 기반 상태 관리 시스템 도입</vt:lpstr>
      <vt:lpstr>3. 씬 전환 시 관리자 객체 구조 개선</vt:lpstr>
      <vt:lpstr>이후 진행 예정사항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2026-03-03T13:17:56.000</dcterms:created>
  <dc:creator>gyujin sim</dc:creator>
  <cp:lastModifiedBy>D16</cp:lastModifiedBy>
  <dcterms:modified xsi:type="dcterms:W3CDTF">2026-03-04T05:37:56.228</dcterms:modified>
  <cp:revision>16</cp:revision>
  <dc:title>포지 프로그래밍 주간 브리핑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