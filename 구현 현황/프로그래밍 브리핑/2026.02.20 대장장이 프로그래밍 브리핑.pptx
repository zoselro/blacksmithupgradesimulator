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74" y="108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presProps" Target="presProps.xml"  /><Relationship Id="rId8" Type="http://schemas.openxmlformats.org/officeDocument/2006/relationships/viewProps" Target="viewProps.xml"  /><Relationship Id="rId9" Type="http://schemas.openxmlformats.org/officeDocument/2006/relationships/theme" Target="theme/theme1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D42F-430F-40D0-8B48-A9AA4B8D2083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E958-2B52-42A2-AD06-42BF02898E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082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D42F-430F-40D0-8B48-A9AA4B8D2083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E958-2B52-42A2-AD06-42BF02898E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231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D42F-430F-40D0-8B48-A9AA4B8D2083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E958-2B52-42A2-AD06-42BF02898E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566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D42F-430F-40D0-8B48-A9AA4B8D2083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E958-2B52-42A2-AD06-42BF02898E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28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D42F-430F-40D0-8B48-A9AA4B8D2083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E958-2B52-42A2-AD06-42BF02898E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580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D42F-430F-40D0-8B48-A9AA4B8D2083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E958-2B52-42A2-AD06-42BF02898E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90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D42F-430F-40D0-8B48-A9AA4B8D2083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E958-2B52-42A2-AD06-42BF02898E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28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D42F-430F-40D0-8B48-A9AA4B8D2083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E958-2B52-42A2-AD06-42BF02898E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0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D42F-430F-40D0-8B48-A9AA4B8D2083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E958-2B52-42A2-AD06-42BF02898E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679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D42F-430F-40D0-8B48-A9AA4B8D2083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E958-2B52-42A2-AD06-42BF02898E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993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D42F-430F-40D0-8B48-A9AA4B8D2083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BE958-2B52-42A2-AD06-42BF02898E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823058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FD42F-430F-40D0-8B48-A9AA4B8D2083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BE958-2B52-42A2-AD06-42BF02898E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724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ko-KR" altLang="en-US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포지</a:t>
            </a:r>
            <a:r>
              <a:rPr lang="en-US" altLang="ko-KR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/>
            </a:r>
            <a:br>
              <a:rPr lang="en-US" altLang="ko-KR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</a:br>
            <a:r>
              <a:rPr lang="ko-KR" altLang="en-US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프로그래밍 주간 브리핑</a:t>
            </a:r>
            <a:endParaRPr lang="ko-KR" altLang="en-US" dirty="0"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9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altLang="ko-KR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25.02.20</a:t>
            </a:r>
          </a:p>
          <a:p>
            <a:r>
              <a:rPr lang="ko-KR" altLang="en-US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킬펫</a:t>
            </a:r>
            <a:endParaRPr lang="ko-KR" altLang="en-US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44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>
                <a:latin typeface="경기천년제목 Bold"/>
                <a:ea typeface="경기천년제목 Bold"/>
              </a:rPr>
              <a:t>Npc</a:t>
            </a:r>
            <a:r>
              <a:rPr lang="ko-KR" altLang="en-US">
                <a:latin typeface="경기천년제목 Bold"/>
                <a:ea typeface="경기천년제목 Bold"/>
              </a:rPr>
              <a:t> 등장 할 때 문구 팝업창 출력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544127" y="2206786"/>
            <a:ext cx="5354358" cy="299304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20487" y="2206786"/>
            <a:ext cx="5300804" cy="2994255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>
            <a:off x="5912099" y="3246766"/>
            <a:ext cx="367802" cy="640844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대화 스크립트 방식 수정</a:t>
            </a:r>
            <a:endParaRPr lang="ko-KR" altLang="en-US" dirty="0"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기획서를 바탕으로 </a:t>
            </a:r>
            <a:r>
              <a:rPr lang="en-US" altLang="ko-KR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Npc</a:t>
            </a:r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와 대장장이 대화 자연스럽게 수정</a:t>
            </a:r>
            <a:endParaRPr lang="en-US" altLang="ko-KR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강화 </a:t>
            </a:r>
            <a:r>
              <a:rPr lang="en-US" altLang="ko-KR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-&gt; </a:t>
            </a:r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결과 전달 </a:t>
            </a:r>
            <a:r>
              <a:rPr lang="en-US" altLang="ko-KR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-&gt; </a:t>
            </a:r>
            <a:r>
              <a:rPr lang="en-US" altLang="ko-KR" dirty="0" err="1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Npc</a:t>
            </a:r>
            <a:r>
              <a:rPr lang="en-US" altLang="ko-KR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반응 흐름 구현</a:t>
            </a:r>
            <a:endParaRPr lang="en-US" altLang="ko-KR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81887"/>
            <a:ext cx="4633267" cy="257698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594" y="3081887"/>
            <a:ext cx="4649206" cy="2576989"/>
          </a:xfrm>
          <a:prstGeom prst="rect">
            <a:avLst/>
          </a:prstGeom>
        </p:spPr>
      </p:pic>
      <p:sp>
        <p:nvSpPr>
          <p:cNvPr id="10" name="오른쪽 화살표 9"/>
          <p:cNvSpPr/>
          <p:nvPr/>
        </p:nvSpPr>
        <p:spPr>
          <a:xfrm>
            <a:off x="5676970" y="4001294"/>
            <a:ext cx="822121" cy="70439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05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오류 수정</a:t>
            </a:r>
            <a:endParaRPr lang="ko-KR" altLang="en-US" dirty="0"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방문 일 수와 방문 수가 증가되지 않는 오류 </a:t>
            </a:r>
            <a:r>
              <a:rPr lang="ko-KR" altLang="en-US" dirty="0" smtClean="0"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수정</a:t>
            </a:r>
            <a:endParaRPr lang="en-US" altLang="ko-KR" dirty="0" smtClean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568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>
                <a:latin typeface="경기천년제목 Bold"/>
                <a:ea typeface="경기천년제목 Bold"/>
              </a:rPr>
              <a:t>이후 작업 목록</a:t>
            </a:r>
            <a:endParaRPr lang="ko-KR" altLang="en-US">
              <a:latin typeface="경기천년제목 Bold"/>
              <a:ea typeface="경기천년제목 Bold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>
                <a:latin typeface="경기천년제목 Light"/>
                <a:ea typeface="경기천년제목 Light"/>
              </a:rPr>
              <a:t>랜덤 무기 이미지 설정 방식에서 </a:t>
            </a:r>
            <a:r>
              <a:rPr lang="en-US" altLang="ko-KR">
                <a:latin typeface="경기천년제목 Light"/>
                <a:ea typeface="경기천년제목 Light"/>
              </a:rPr>
              <a:t>Npc </a:t>
            </a:r>
            <a:r>
              <a:rPr lang="ko-KR" altLang="en-US">
                <a:latin typeface="경기천년제목 Light"/>
                <a:ea typeface="경기천년제목 Light"/>
              </a:rPr>
              <a:t>프리셋의 무기 종류 기반 설정 방식으로 구조 개선 예정</a:t>
            </a:r>
            <a:endParaRPr lang="ko-KR" altLang="en-US">
              <a:latin typeface="경기천년제목 Light"/>
              <a:ea typeface="경기천년제목 Light"/>
            </a:endParaRPr>
          </a:p>
          <a:p>
            <a:pPr lvl="0">
              <a:defRPr/>
            </a:pPr>
            <a:r>
              <a:rPr lang="en-US" altLang="ko-KR">
                <a:latin typeface="경기천년제목 Light"/>
                <a:ea typeface="경기천년제목 Light"/>
              </a:rPr>
              <a:t>Npc </a:t>
            </a:r>
            <a:r>
              <a:rPr lang="ko-KR" altLang="en-US">
                <a:latin typeface="경기천년제목 Light"/>
                <a:ea typeface="경기천년제목 Light"/>
              </a:rPr>
              <a:t>타입및 성향에 따른 모험가 대화 테이블을 적용 시킨 후 테스트</a:t>
            </a:r>
            <a:r>
              <a:rPr lang="en-US" altLang="ko-KR">
                <a:latin typeface="경기천년제목 Light"/>
                <a:ea typeface="경기천년제목 Light"/>
              </a:rPr>
              <a:t> </a:t>
            </a:r>
            <a:r>
              <a:rPr lang="ko-KR" altLang="en-US">
                <a:latin typeface="경기천년제목 Light"/>
                <a:ea typeface="경기천년제목 Light"/>
              </a:rPr>
              <a:t>진행 예정</a:t>
            </a:r>
            <a:endParaRPr lang="ko-KR" altLang="en-US">
              <a:latin typeface="경기천년제목 Light"/>
              <a:ea typeface="경기천년제목 Light"/>
            </a:endParaRPr>
          </a:p>
          <a:p>
            <a:pPr marL="0" lvl="0" indent="0">
              <a:buNone/>
              <a:defRPr/>
            </a:pPr>
            <a:endParaRPr lang="en-US" altLang="ko-KR">
              <a:latin typeface="경기천년제목 Light"/>
              <a:ea typeface="경기천년제목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71</ep:Words>
  <ep:PresentationFormat>와이드스크린</ep:PresentationFormat>
  <ep:Paragraphs>12</ep:Paragraphs>
  <ep:Slides>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Office 테마</vt:lpstr>
      <vt:lpstr>포지 프로그래밍 주간 브리핑</vt:lpstr>
      <vt:lpstr>Npc 등장 할 때 문구 팝업창 출력</vt:lpstr>
      <vt:lpstr>대화 스크립트 방식 수정</vt:lpstr>
      <vt:lpstr>오류 수정</vt:lpstr>
      <vt:lpstr>이후 작업 목록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2026-02-19T13:42:02.000</dcterms:created>
  <dc:creator>gyujin sim</dc:creator>
  <cp:lastModifiedBy>D16</cp:lastModifiedBy>
  <dcterms:modified xsi:type="dcterms:W3CDTF">2026-02-20T06:07:49.168</dcterms:modified>
  <cp:revision>12</cp:revision>
  <dc:title>포지 프로그래밍 주간 브리핑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