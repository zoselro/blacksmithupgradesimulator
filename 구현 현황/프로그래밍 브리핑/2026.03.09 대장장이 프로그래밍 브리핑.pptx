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70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41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07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93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00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90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14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70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92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0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52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E63E5-9AF2-44BD-AC37-A26CA234E7B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51CCD-76C5-47E8-B9F0-C79D2B3F9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1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포지</a:t>
            </a:r>
            <a:r>
              <a:rPr lang="en-US" altLang="ko-KR">
                <a:latin typeface="경기천년제목 Bold"/>
                <a:ea typeface="경기천년제목 Bold"/>
              </a:rPr>
              <a:t/>
            </a:r>
            <a:br>
              <a:rPr lang="en-US" altLang="ko-KR">
                <a:latin typeface="경기천년제목 Bold"/>
                <a:ea typeface="경기천년제목 Bold"/>
              </a:rPr>
            </a:br>
            <a:r>
              <a:rPr lang="ko-KR" altLang="en-US">
                <a:latin typeface="경기천년제목 Bold"/>
                <a:ea typeface="경기천년제목 Bold"/>
              </a:rPr>
              <a:t>프로그래밍 주간 브리핑</a:t>
            </a: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>
              <a:defRPr/>
            </a:pPr>
            <a:r>
              <a:rPr lang="en-US" altLang="ko-KR" dirty="0" smtClean="0">
                <a:latin typeface="경기천년제목 Light"/>
                <a:ea typeface="경기천년제목 Light"/>
              </a:rPr>
              <a:t>25.03.08</a:t>
            </a:r>
            <a:endParaRPr lang="en-US" altLang="ko-KR" dirty="0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 dirty="0" err="1">
                <a:latin typeface="경기천년제목 Light"/>
                <a:ea typeface="경기천년제목 Light"/>
              </a:rPr>
              <a:t>킬펫</a:t>
            </a:r>
            <a:endParaRPr lang="ko-KR" altLang="en-US" dirty="0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16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 dirty="0" err="1" smtClean="0">
                <a:latin typeface="경기천년제목 Bold"/>
                <a:ea typeface="경기천년제목 Bold"/>
              </a:rPr>
              <a:t>FlowChart</a:t>
            </a:r>
            <a:r>
              <a:rPr lang="en-US" altLang="ko-KR" dirty="0" smtClean="0">
                <a:latin typeface="경기천년제목 Bold"/>
                <a:ea typeface="경기천년제목 Bold"/>
              </a:rPr>
              <a:t> </a:t>
            </a:r>
            <a:r>
              <a:rPr lang="ko-KR" altLang="en-US" dirty="0" smtClean="0">
                <a:latin typeface="경기천년제목 Bold"/>
                <a:ea typeface="경기천년제목 Bold"/>
              </a:rPr>
              <a:t>기반 설계 진행</a:t>
            </a:r>
            <a:endParaRPr lang="ko-KR" altLang="en-US" dirty="0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10973499" cy="4351338"/>
          </a:xfrm>
        </p:spPr>
        <p:txBody>
          <a:bodyPr/>
          <a:lstStyle/>
          <a:p>
            <a:pPr lvl="0">
              <a:defRPr/>
            </a:pPr>
            <a:r>
              <a:rPr lang="en-US" altLang="ko-KR" dirty="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FlowChart</a:t>
            </a:r>
            <a:r>
              <a:rPr lang="ko-KR" altLang="en-US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기반으로 시스템 구조를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설계</a:t>
            </a:r>
            <a:endParaRPr lang="en-US" altLang="ko-KR" dirty="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lvl="0">
              <a:defRPr/>
            </a:pPr>
            <a:endParaRPr lang="en-US" altLang="ko-KR" dirty="0" smtClean="0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게임의 전체 흐름이 자연스럽게 이어지도록 각 시스템의 역할을 나누어</a:t>
            </a:r>
            <a:endParaRPr lang="en-US" altLang="ko-KR" dirty="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lvl="0" indent="0">
              <a:buNone/>
              <a:defRPr/>
            </a:pPr>
            <a:r>
              <a:rPr lang="ko-KR" altLang="en-US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dirty="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상호작용 하는 방식으로 설계</a:t>
            </a:r>
            <a:endParaRPr lang="en-US" altLang="ko-KR" dirty="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36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 dirty="0" smtClean="0">
                <a:latin typeface="경기천년제목 Bold"/>
                <a:ea typeface="경기천년제목 Bold"/>
              </a:rPr>
              <a:t>시스템 구조도</a:t>
            </a:r>
            <a:endParaRPr lang="ko-KR" altLang="en-US" dirty="0">
              <a:latin typeface="경기천년제목 Bold"/>
              <a:ea typeface="경기천년제목 Bold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51571" y="1624276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게임 총 관리자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38200" y="3192317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 </a:t>
            </a:r>
            <a:r>
              <a:rPr lang="ko-KR" altLang="en-US" dirty="0" smtClean="0"/>
              <a:t>출력 관리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505899" y="3188428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대사 출력 관리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173599" y="3192317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NPC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841298" y="3188428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강화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관리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841298" y="4930236"/>
            <a:ext cx="2088858" cy="1124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강화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2139193" y="2189527"/>
            <a:ext cx="2734811" cy="788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5159229" y="2843868"/>
            <a:ext cx="226503" cy="276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6509857" y="2829995"/>
            <a:ext cx="285226" cy="34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7382312" y="2048520"/>
            <a:ext cx="2130804" cy="901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9957732" y="4412609"/>
            <a:ext cx="0" cy="41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63402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46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경기천년바탕 Regular</vt:lpstr>
      <vt:lpstr>경기천년제목 Bold</vt:lpstr>
      <vt:lpstr>경기천년제목 Light</vt:lpstr>
      <vt:lpstr>맑은 고딕</vt:lpstr>
      <vt:lpstr>Arial</vt:lpstr>
      <vt:lpstr>Office 테마</vt:lpstr>
      <vt:lpstr>포지 프로그래밍 주간 브리핑</vt:lpstr>
      <vt:lpstr>FlowChart 기반 설계 진행</vt:lpstr>
      <vt:lpstr>시스템 구조도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포지 프로그래밍 주간 브리핑</dc:title>
  <dc:creator>gyujin sim</dc:creator>
  <cp:lastModifiedBy>gyujin sim</cp:lastModifiedBy>
  <cp:revision>11</cp:revision>
  <dcterms:created xsi:type="dcterms:W3CDTF">2026-03-08T13:07:48Z</dcterms:created>
  <dcterms:modified xsi:type="dcterms:W3CDTF">2026-03-08T14:56:58Z</dcterms:modified>
</cp:coreProperties>
</file>