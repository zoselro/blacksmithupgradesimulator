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0" r:id="rId2"/>
  </p:sldMasterIdLst>
  <p:notesMasterIdLst>
    <p:notesMasterId r:id="rId7"/>
  </p:notesMasterIdLst>
  <p:sldIdLst>
    <p:sldId id="256" r:id="rId3"/>
    <p:sldId id="257" r:id="rId4"/>
    <p:sldId id="258" r:id="rId5"/>
    <p:sldId id="259" r:id="rId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" roundtripDataSignature="AMtx7mi39pJnou6ge7l119RdJLLudfiQ3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customschemas.google.com/relationships/presentationmetadata" Target="metadata"/><Relationship Id="rId4" Type="http://schemas.openxmlformats.org/officeDocument/2006/relationships/slide" Target="slides/slide2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cb42e955a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g3dcb42e955a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903d2f74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e903d2f74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e903d2f74b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  <p:sp>
        <p:nvSpPr>
          <p:cNvPr id="176" name="Google Shape;176;g3e903d2f74b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903d2f74b_0_9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g3e903d2f74b_0_9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89" name="Google Shape;89;g3e903d2f74b_0_9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g3e903d2f74b_0_9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g3e903d2f74b_0_9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903d2f74b_0_10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g3e903d2f74b_0_10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g3e903d2f74b_0_10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g3e903d2f74b_0_10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g3e903d2f74b_0_10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903d2f74b_0_1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g3e903d2f74b_0_1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g3e903d2f74b_0_1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g3e903d2f74b_0_1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g3e903d2f74b_0_1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903d2f74b_0_1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g3e903d2f74b_0_1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g3e903d2f74b_0_11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g3e903d2f74b_0_1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g3e903d2f74b_0_1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g3e903d2f74b_0_1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903d2f74b_0_12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g3e903d2f74b_0_12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4" name="Google Shape;114;g3e903d2f74b_0_12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g3e903d2f74b_0_12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6" name="Google Shape;116;g3e903d2f74b_0_12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g3e903d2f74b_0_1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g3e903d2f74b_0_1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g3e903d2f74b_0_1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903d2f74b_0_1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g3e903d2f74b_0_1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g3e903d2f74b_0_1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g3e903d2f74b_0_1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903d2f74b_0_1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g3e903d2f74b_0_1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g3e903d2f74b_0_1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903d2f74b_0_14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g3e903d2f74b_0_14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2" name="Google Shape;132;g3e903d2f74b_0_14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3" name="Google Shape;133;g3e903d2f74b_0_1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g3e903d2f74b_0_1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g3e903d2f74b_0_1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903d2f74b_0_14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g3e903d2f74b_0_14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g3e903d2f74b_0_14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0" name="Google Shape;140;g3e903d2f74b_0_14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g3e903d2f74b_0_14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g3e903d2f74b_0_14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903d2f74b_0_15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g3e903d2f74b_0_155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g3e903d2f74b_0_15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g3e903d2f74b_0_15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g3e903d2f74b_0_15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903d2f74b_0_161"/>
          <p:cNvSpPr txBox="1">
            <a:spLocks noGrp="1"/>
          </p:cNvSpPr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g3e903d2f74b_0_161"/>
          <p:cNvSpPr txBox="1">
            <a:spLocks noGrp="1"/>
          </p:cNvSpPr>
          <p:nvPr>
            <p:ph type="body" idx="1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g3e903d2f74b_0_16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g3e903d2f74b_0_16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g3e903d2f74b_0_16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9" name="Google Shape;9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0" name="Google Shape;10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903d2f74b_0_9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2" name="Google Shape;82;g3e903d2f74b_0_9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3" name="Google Shape;83;g3e903d2f74b_0_9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4" name="Google Shape;84;g3e903d2f74b_0_9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5" name="Google Shape;85;g3e903d2f74b_0_9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ko-KR" dirty="0">
                <a:latin typeface="경기천년제목 Bold" panose="02020803020101020101" pitchFamily="18" charset="-127"/>
                <a:ea typeface="경기천년제목 Bold" panose="02020803020101020101" pitchFamily="18" charset="-127"/>
                <a:cs typeface="Arial"/>
                <a:sym typeface="Arial"/>
              </a:rPr>
              <a:t>포지</a:t>
            </a:r>
            <a:br>
              <a:rPr lang="ko-KR" dirty="0">
                <a:latin typeface="경기천년제목 Bold" panose="02020803020101020101" pitchFamily="18" charset="-127"/>
                <a:ea typeface="경기천년제목 Bold" panose="02020803020101020101" pitchFamily="18" charset="-127"/>
                <a:cs typeface="Arial"/>
                <a:sym typeface="Arial"/>
              </a:rPr>
            </a:br>
            <a:r>
              <a:rPr lang="ko-KR" dirty="0">
                <a:latin typeface="경기천년제목 Bold" panose="02020803020101020101" pitchFamily="18" charset="-127"/>
                <a:ea typeface="경기천년제목 Bold" panose="02020803020101020101" pitchFamily="18" charset="-127"/>
                <a:cs typeface="Arial"/>
                <a:sym typeface="Arial"/>
              </a:rPr>
              <a:t>프로그래밍 주간 브리핑</a:t>
            </a:r>
            <a:endParaRPr dirty="0">
              <a:latin typeface="경기천년제목 Bold" panose="02020803020101020101" pitchFamily="18" charset="-127"/>
              <a:ea typeface="경기천년제목 Bold" panose="02020803020101020101" pitchFamily="18" charset="-127"/>
              <a:cs typeface="Arial"/>
              <a:sym typeface="Arial"/>
            </a:endParaRPr>
          </a:p>
        </p:txBody>
      </p:sp>
      <p:sp>
        <p:nvSpPr>
          <p:cNvPr id="160" name="Google Shape;160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ko-KR" dirty="0"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Arial"/>
                <a:sym typeface="Arial"/>
              </a:rPr>
              <a:t>25.06.08</a:t>
            </a:r>
            <a:endParaRPr dirty="0">
              <a:latin typeface="경기천년제목 Light" panose="02020403020101020101" pitchFamily="18" charset="-127"/>
              <a:ea typeface="경기천년제목 Light" panose="02020403020101020101" pitchFamily="18" charset="-127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ko-KR" dirty="0" err="1"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Arial"/>
                <a:sym typeface="Arial"/>
              </a:rPr>
              <a:t>킬펫</a:t>
            </a:r>
            <a:endParaRPr dirty="0">
              <a:latin typeface="경기천년제목 Light" panose="02020403020101020101" pitchFamily="18" charset="-127"/>
              <a:ea typeface="경기천년제목 Light" panose="02020403020101020101" pitchFamily="18" charset="-127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cb42e955a_0_37"/>
          <p:cNvSpPr txBox="1">
            <a:spLocks noGrp="1"/>
          </p:cNvSpPr>
          <p:nvPr>
            <p:ph type="ctrTitle" idx="4294967295"/>
          </p:nvPr>
        </p:nvSpPr>
        <p:spPr>
          <a:xfrm>
            <a:off x="1691700" y="705650"/>
            <a:ext cx="8808600" cy="8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ko-KR" dirty="0">
                <a:latin typeface="경기천년제목 Bold" panose="02020803020101020101" pitchFamily="18" charset="-127"/>
                <a:ea typeface="경기천년제목 Bold" panose="02020803020101020101" pitchFamily="18" charset="-127"/>
                <a:cs typeface="Arial"/>
                <a:sym typeface="Arial"/>
              </a:rPr>
              <a:t>게임 오디오 시스템 추가</a:t>
            </a:r>
            <a:endParaRPr dirty="0">
              <a:latin typeface="경기천년제목 Bold" panose="02020803020101020101" pitchFamily="18" charset="-127"/>
              <a:ea typeface="경기천년제목 Bold" panose="02020803020101020101" pitchFamily="18" charset="-127"/>
              <a:cs typeface="Arial"/>
              <a:sym typeface="Arial"/>
            </a:endParaRPr>
          </a:p>
        </p:txBody>
      </p:sp>
      <p:sp>
        <p:nvSpPr>
          <p:cNvPr id="166" name="Google Shape;166;g3dcb42e955a_0_37"/>
          <p:cNvSpPr txBox="1">
            <a:spLocks noGrp="1"/>
          </p:cNvSpPr>
          <p:nvPr>
            <p:ph type="ctrTitle" idx="4294967295"/>
          </p:nvPr>
        </p:nvSpPr>
        <p:spPr>
          <a:xfrm>
            <a:off x="2519550" y="1833725"/>
            <a:ext cx="7152900" cy="8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ko-KR" sz="2500" dirty="0"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Arial"/>
                <a:sym typeface="Arial"/>
              </a:rPr>
              <a:t>게임 전반적인 배경음악(BGM) 및 효과음(SFX) 추가</a:t>
            </a:r>
            <a:endParaRPr sz="2500" dirty="0">
              <a:latin typeface="경기천년제목 Light" panose="02020403020101020101" pitchFamily="18" charset="-127"/>
              <a:ea typeface="경기천년제목 Light" panose="02020403020101020101" pitchFamily="18" charset="-127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e903d2f74b_0_0"/>
          <p:cNvSpPr txBox="1">
            <a:spLocks noGrp="1"/>
          </p:cNvSpPr>
          <p:nvPr>
            <p:ph type="ctrTitle" idx="4294967295"/>
          </p:nvPr>
        </p:nvSpPr>
        <p:spPr>
          <a:xfrm>
            <a:off x="1691700" y="705650"/>
            <a:ext cx="8808600" cy="8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ko-KR" dirty="0">
                <a:latin typeface="경기천년제목 Bold" panose="02020803020101020101" pitchFamily="18" charset="-127"/>
                <a:ea typeface="경기천년제목 Bold" panose="02020803020101020101" pitchFamily="18" charset="-127"/>
                <a:cs typeface="Arial"/>
                <a:sym typeface="Arial"/>
              </a:rPr>
              <a:t>BGM / SFX 볼륨 조절 기능 추가</a:t>
            </a:r>
            <a:endParaRPr dirty="0">
              <a:latin typeface="경기천년제목 Bold" panose="02020803020101020101" pitchFamily="18" charset="-127"/>
              <a:ea typeface="경기천년제목 Bold" panose="02020803020101020101" pitchFamily="18" charset="-127"/>
              <a:cs typeface="Arial"/>
              <a:sym typeface="Arial"/>
            </a:endParaRPr>
          </a:p>
        </p:txBody>
      </p:sp>
      <p:sp>
        <p:nvSpPr>
          <p:cNvPr id="172" name="Google Shape;172;g3e903d2f74b_0_0"/>
          <p:cNvSpPr txBox="1">
            <a:spLocks noGrp="1"/>
          </p:cNvSpPr>
          <p:nvPr>
            <p:ph type="ctrTitle" idx="4294967295"/>
          </p:nvPr>
        </p:nvSpPr>
        <p:spPr>
          <a:xfrm>
            <a:off x="2519550" y="1935575"/>
            <a:ext cx="7152900" cy="8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ko-KR" sz="2500" dirty="0"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Arial"/>
                <a:sym typeface="Arial"/>
              </a:rPr>
              <a:t>설정 </a:t>
            </a:r>
            <a:r>
              <a:rPr lang="ko-KR" sz="2500" dirty="0" err="1"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Arial"/>
                <a:sym typeface="Arial"/>
              </a:rPr>
              <a:t>UI를</a:t>
            </a:r>
            <a:r>
              <a:rPr lang="ko-KR" sz="2500" dirty="0"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Arial"/>
                <a:sym typeface="Arial"/>
              </a:rPr>
              <a:t> 통해 BGM 및 SFX 볼륨 제어 기능을 추가</a:t>
            </a:r>
            <a:endParaRPr sz="2500" dirty="0">
              <a:latin typeface="경기천년제목 Light" panose="02020403020101020101" pitchFamily="18" charset="-127"/>
              <a:ea typeface="경기천년제목 Light" panose="02020403020101020101" pitchFamily="18" charset="-127"/>
              <a:cs typeface="Arial"/>
              <a:sym typeface="Arial"/>
            </a:endParaRPr>
          </a:p>
        </p:txBody>
      </p:sp>
      <p:pic>
        <p:nvPicPr>
          <p:cNvPr id="173" name="Google Shape;173;g3e903d2f74b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7050" y="2993200"/>
            <a:ext cx="6057900" cy="340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e903d2f74b_0_86"/>
          <p:cNvSpPr txBox="1">
            <a:spLocks noGrp="1"/>
          </p:cNvSpPr>
          <p:nvPr>
            <p:ph type="ctrTitle" idx="4294967295"/>
          </p:nvPr>
        </p:nvSpPr>
        <p:spPr>
          <a:xfrm>
            <a:off x="542900" y="694372"/>
            <a:ext cx="10564500" cy="8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4400" b="0" i="0" u="none" strike="noStrike" cap="none" dirty="0">
                <a:solidFill>
                  <a:schemeClr val="dk1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  <a:cs typeface="Arial"/>
                <a:sym typeface="Arial"/>
              </a:rPr>
              <a:t>마지막 NPC 퇴장 애니메이션 </a:t>
            </a:r>
            <a:r>
              <a:rPr lang="ko-KR" sz="4400" b="0" i="0" u="none" strike="noStrike" cap="none" dirty="0" err="1">
                <a:solidFill>
                  <a:schemeClr val="dk1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  <a:cs typeface="Arial"/>
                <a:sym typeface="Arial"/>
              </a:rPr>
              <a:t>스킵</a:t>
            </a:r>
            <a:r>
              <a:rPr lang="ko-KR" sz="4400" b="0" i="0" u="none" strike="noStrike" cap="none" dirty="0">
                <a:solidFill>
                  <a:schemeClr val="dk1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  <a:cs typeface="Arial"/>
                <a:sym typeface="Arial"/>
              </a:rPr>
              <a:t> 문제 수정 (진행</a:t>
            </a:r>
            <a:r>
              <a:rPr lang="ko-KR" dirty="0">
                <a:latin typeface="경기천년제목 Bold" panose="02020803020101020101" pitchFamily="18" charset="-127"/>
                <a:ea typeface="경기천년제목 Bold" panose="02020803020101020101" pitchFamily="18" charset="-127"/>
                <a:cs typeface="Arial"/>
                <a:sym typeface="Arial"/>
              </a:rPr>
              <a:t> 보류</a:t>
            </a:r>
            <a:r>
              <a:rPr lang="ko-KR" sz="4400" b="0" i="0" u="none" strike="noStrike" cap="none" dirty="0">
                <a:solidFill>
                  <a:schemeClr val="dk1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  <a:cs typeface="Arial"/>
                <a:sym typeface="Arial"/>
              </a:rPr>
              <a:t>)</a:t>
            </a:r>
            <a:endParaRPr sz="4400" b="0" i="0" u="none" strike="noStrike" cap="none" dirty="0">
              <a:solidFill>
                <a:schemeClr val="dk1"/>
              </a:solidFill>
              <a:latin typeface="경기천년제목 Bold" panose="02020803020101020101" pitchFamily="18" charset="-127"/>
              <a:ea typeface="경기천년제목 Bold" panose="02020803020101020101" pitchFamily="18" charset="-127"/>
              <a:cs typeface="Arial"/>
              <a:sym typeface="Arial"/>
            </a:endParaRPr>
          </a:p>
        </p:txBody>
      </p:sp>
      <p:sp>
        <p:nvSpPr>
          <p:cNvPr id="179" name="Google Shape;179;g3e903d2f74b_0_86"/>
          <p:cNvSpPr txBox="1">
            <a:spLocks noGrp="1"/>
          </p:cNvSpPr>
          <p:nvPr>
            <p:ph type="ctrTitle" idx="4294967295"/>
          </p:nvPr>
        </p:nvSpPr>
        <p:spPr>
          <a:xfrm>
            <a:off x="1150100" y="2553046"/>
            <a:ext cx="9350100" cy="7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lang="ko-KR" sz="2500" b="0" i="0" u="none" strike="noStrike" cap="none" dirty="0">
                <a:solidFill>
                  <a:schemeClr val="dk1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Arial"/>
                <a:sym typeface="Arial"/>
              </a:rPr>
              <a:t>일일 NPC 방문 수가 최대치(8명)에 도달한 경우, 마지막 NPC 퇴장 시 퇴장 애니메이션이 재생되지 않고 즉시 일일 종료 이벤트가 실행되는 문제 수정 진행</a:t>
            </a:r>
            <a:r>
              <a:rPr lang="ko-KR" sz="2500" dirty="0"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Arial"/>
                <a:sym typeface="Arial"/>
              </a:rPr>
              <a:t> 보류</a:t>
            </a:r>
            <a:endParaRPr sz="2500" b="0" i="0" u="none" strike="noStrike" cap="none" dirty="0">
              <a:solidFill>
                <a:schemeClr val="dk1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78</Words>
  <Application>Microsoft Office PowerPoint</Application>
  <PresentationFormat>와이드스크린</PresentationFormat>
  <Paragraphs>9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경기천년제목 Bold</vt:lpstr>
      <vt:lpstr>경기천년제목 Light</vt:lpstr>
      <vt:lpstr>Malgun Gothic</vt:lpstr>
      <vt:lpstr>Arial</vt:lpstr>
      <vt:lpstr>Office 테마</vt:lpstr>
      <vt:lpstr>Office 테마</vt:lpstr>
      <vt:lpstr>포지 프로그래밍 주간 브리핑</vt:lpstr>
      <vt:lpstr>게임 오디오 시스템 추가</vt:lpstr>
      <vt:lpstr>BGM / SFX 볼륨 조절 기능 추가</vt:lpstr>
      <vt:lpstr>마지막 NPC 퇴장 애니메이션 스킵 문제 수정 (진행 보류)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포지 프로그래밍 주간 브리핑</dc:title>
  <dc:creator>gyujin sim</dc:creator>
  <cp:lastModifiedBy>gyujin sim</cp:lastModifiedBy>
  <cp:revision>2</cp:revision>
  <dcterms:created xsi:type="dcterms:W3CDTF">2026-03-22T13:12:18Z</dcterms:created>
  <dcterms:modified xsi:type="dcterms:W3CDTF">2026-06-08T06:29:50Z</dcterms:modified>
</cp:coreProperties>
</file>